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5" r:id="rId2"/>
    <p:sldId id="302" r:id="rId3"/>
    <p:sldId id="276" r:id="rId4"/>
    <p:sldId id="277" r:id="rId5"/>
    <p:sldId id="303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304" r:id="rId27"/>
    <p:sldId id="300" r:id="rId28"/>
    <p:sldId id="305" r:id="rId29"/>
    <p:sldId id="30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B4A6C-8AF0-4AA7-9C58-0B1A5544BD50}" v="35" dt="2026-06-28T17:31:42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2129" autoAdjust="0"/>
  </p:normalViewPr>
  <p:slideViewPr>
    <p:cSldViewPr snapToGrid="0">
      <p:cViewPr varScale="1">
        <p:scale>
          <a:sx n="57" d="100"/>
          <a:sy n="57" d="100"/>
        </p:scale>
        <p:origin x="300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Delcour-Min" userId="566977e6f9e044bc" providerId="LiveId" clId="{0DA36CC1-7F53-477A-BAF6-753A4D788E3F}"/>
    <pc:docChg chg="undo custSel addSld delSld modSld sldOrd">
      <pc:chgData name="Rose Delcour-Min" userId="566977e6f9e044bc" providerId="LiveId" clId="{0DA36CC1-7F53-477A-BAF6-753A4D788E3F}" dt="2026-06-28T17:31:53.309" v="566" actId="2890"/>
      <pc:docMkLst>
        <pc:docMk/>
      </pc:docMkLst>
      <pc:sldChg chg="addSp delSp modSp mod modNotesTx">
        <pc:chgData name="Rose Delcour-Min" userId="566977e6f9e044bc" providerId="LiveId" clId="{0DA36CC1-7F53-477A-BAF6-753A4D788E3F}" dt="2026-06-28T17:00:27.069" v="508" actId="1076"/>
        <pc:sldMkLst>
          <pc:docMk/>
          <pc:sldMk cId="1280519346" sldId="275"/>
        </pc:sldMkLst>
        <pc:spChg chg="add mod">
          <ac:chgData name="Rose Delcour-Min" userId="566977e6f9e044bc" providerId="LiveId" clId="{0DA36CC1-7F53-477A-BAF6-753A4D788E3F}" dt="2026-06-28T17:00:27.069" v="508" actId="1076"/>
          <ac:spMkLst>
            <pc:docMk/>
            <pc:sldMk cId="1280519346" sldId="275"/>
            <ac:spMk id="2" creationId="{297D7DB4-5750-E639-F1E6-6D6838F97F8D}"/>
          </ac:spMkLst>
        </pc:spChg>
        <pc:picChg chg="add del mod">
          <ac:chgData name="Rose Delcour-Min" userId="566977e6f9e044bc" providerId="LiveId" clId="{0DA36CC1-7F53-477A-BAF6-753A4D788E3F}" dt="2026-06-28T07:46:10.272" v="4" actId="478"/>
          <ac:picMkLst>
            <pc:docMk/>
            <pc:sldMk cId="1280519346" sldId="275"/>
            <ac:picMk id="4" creationId="{93BD987B-025F-894C-1DE3-82AED6F04EF4}"/>
          </ac:picMkLst>
        </pc:picChg>
        <pc:picChg chg="add del">
          <ac:chgData name="Rose Delcour-Min" userId="566977e6f9e044bc" providerId="LiveId" clId="{0DA36CC1-7F53-477A-BAF6-753A4D788E3F}" dt="2026-06-28T07:46:12.037" v="5" actId="478"/>
          <ac:picMkLst>
            <pc:docMk/>
            <pc:sldMk cId="1280519346" sldId="275"/>
            <ac:picMk id="7" creationId="{37002A2C-F2BB-CF1E-E629-31959DB27896}"/>
          </ac:picMkLst>
        </pc:picChg>
        <pc:picChg chg="add del mod">
          <ac:chgData name="Rose Delcour-Min" userId="566977e6f9e044bc" providerId="LiveId" clId="{0DA36CC1-7F53-477A-BAF6-753A4D788E3F}" dt="2026-06-28T16:59:13.716" v="459" actId="478"/>
          <ac:picMkLst>
            <pc:docMk/>
            <pc:sldMk cId="1280519346" sldId="275"/>
            <ac:picMk id="10" creationId="{AA3DA269-29FB-2FE2-89A2-07AF72CBDD95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7:19:16.587" v="515" actId="14861"/>
        <pc:sldMkLst>
          <pc:docMk/>
          <pc:sldMk cId="2256419962" sldId="276"/>
        </pc:sldMkLst>
        <pc:picChg chg="add del">
          <ac:chgData name="Rose Delcour-Min" userId="566977e6f9e044bc" providerId="LiveId" clId="{0DA36CC1-7F53-477A-BAF6-753A4D788E3F}" dt="2026-06-28T17:19:02.299" v="511" actId="478"/>
          <ac:picMkLst>
            <pc:docMk/>
            <pc:sldMk cId="2256419962" sldId="276"/>
            <ac:picMk id="4" creationId="{C409EB31-672B-8AB3-AEDC-2F0B845837EE}"/>
          </ac:picMkLst>
        </pc:picChg>
        <pc:picChg chg="del">
          <ac:chgData name="Rose Delcour-Min" userId="566977e6f9e044bc" providerId="LiveId" clId="{0DA36CC1-7F53-477A-BAF6-753A4D788E3F}" dt="2026-06-28T07:46:22.492" v="6" actId="21"/>
          <ac:picMkLst>
            <pc:docMk/>
            <pc:sldMk cId="2256419962" sldId="276"/>
            <ac:picMk id="4" creationId="{E2159F6D-98EA-DBB2-EB09-82CB2EADF9AD}"/>
          </ac:picMkLst>
        </pc:picChg>
        <pc:picChg chg="del">
          <ac:chgData name="Rose Delcour-Min" userId="566977e6f9e044bc" providerId="LiveId" clId="{0DA36CC1-7F53-477A-BAF6-753A4D788E3F}" dt="2026-06-28T09:45:02.876" v="75" actId="478"/>
          <ac:picMkLst>
            <pc:docMk/>
            <pc:sldMk cId="2256419962" sldId="276"/>
            <ac:picMk id="7" creationId="{052142B4-CE43-0FDB-DA95-C4F63BC0A5B7}"/>
          </ac:picMkLst>
        </pc:picChg>
        <pc:picChg chg="add del mod">
          <ac:chgData name="Rose Delcour-Min" userId="566977e6f9e044bc" providerId="LiveId" clId="{0DA36CC1-7F53-477A-BAF6-753A4D788E3F}" dt="2026-06-28T09:46:11.902" v="139" actId="21"/>
          <ac:picMkLst>
            <pc:docMk/>
            <pc:sldMk cId="2256419962" sldId="276"/>
            <ac:picMk id="8" creationId="{6129F87C-47DD-E86F-C532-0C12A38A5352}"/>
          </ac:picMkLst>
        </pc:picChg>
        <pc:picChg chg="add mod">
          <ac:chgData name="Rose Delcour-Min" userId="566977e6f9e044bc" providerId="LiveId" clId="{0DA36CC1-7F53-477A-BAF6-753A4D788E3F}" dt="2026-06-28T17:19:16.587" v="515" actId="14861"/>
          <ac:picMkLst>
            <pc:docMk/>
            <pc:sldMk cId="2256419962" sldId="276"/>
            <ac:picMk id="11" creationId="{1D496AA5-08C8-CF16-C1A6-E198D6304706}"/>
          </ac:picMkLst>
        </pc:picChg>
      </pc:sldChg>
      <pc:sldChg chg="addSp delSp modSp add mod">
        <pc:chgData name="Rose Delcour-Min" userId="566977e6f9e044bc" providerId="LiveId" clId="{0DA36CC1-7F53-477A-BAF6-753A4D788E3F}" dt="2026-06-28T17:20:04.965" v="522" actId="1076"/>
        <pc:sldMkLst>
          <pc:docMk/>
          <pc:sldMk cId="1009591773" sldId="277"/>
        </pc:sldMkLst>
        <pc:picChg chg="del mod">
          <ac:chgData name="Rose Delcour-Min" userId="566977e6f9e044bc" providerId="LiveId" clId="{0DA36CC1-7F53-477A-BAF6-753A4D788E3F}" dt="2026-06-28T17:19:30.654" v="517" actId="478"/>
          <ac:picMkLst>
            <pc:docMk/>
            <pc:sldMk cId="1009591773" sldId="277"/>
            <ac:picMk id="4" creationId="{595891DE-A369-A236-C3A4-B68267C6E000}"/>
          </ac:picMkLst>
        </pc:picChg>
        <pc:picChg chg="add ord">
          <ac:chgData name="Rose Delcour-Min" userId="566977e6f9e044bc" providerId="LiveId" clId="{0DA36CC1-7F53-477A-BAF6-753A4D788E3F}" dt="2026-06-28T17:19:57.257" v="521" actId="167"/>
          <ac:picMkLst>
            <pc:docMk/>
            <pc:sldMk cId="1009591773" sldId="277"/>
            <ac:picMk id="6" creationId="{3D2B845E-8CD5-3BAD-729D-B57AE14E8925}"/>
          </ac:picMkLst>
        </pc:picChg>
        <pc:picChg chg="mod">
          <ac:chgData name="Rose Delcour-Min" userId="566977e6f9e044bc" providerId="LiveId" clId="{0DA36CC1-7F53-477A-BAF6-753A4D788E3F}" dt="2026-06-28T17:20:04.965" v="522" actId="1076"/>
          <ac:picMkLst>
            <pc:docMk/>
            <pc:sldMk cId="1009591773" sldId="277"/>
            <ac:picMk id="8" creationId="{FF5C08C9-9434-D58B-08F2-9A8AC2B04E69}"/>
          </ac:picMkLst>
        </pc:picChg>
      </pc:sldChg>
      <pc:sldChg chg="addSp delSp modSp add del mod">
        <pc:chgData name="Rose Delcour-Min" userId="566977e6f9e044bc" providerId="LiveId" clId="{0DA36CC1-7F53-477A-BAF6-753A4D788E3F}" dt="2026-06-28T17:20:49.260" v="527" actId="47"/>
        <pc:sldMkLst>
          <pc:docMk/>
          <pc:sldMk cId="815336691" sldId="278"/>
        </pc:sldMkLst>
        <pc:picChg chg="add del mod">
          <ac:chgData name="Rose Delcour-Min" userId="566977e6f9e044bc" providerId="LiveId" clId="{0DA36CC1-7F53-477A-BAF6-753A4D788E3F}" dt="2026-06-28T17:20:33.372" v="524" actId="21"/>
          <ac:picMkLst>
            <pc:docMk/>
            <pc:sldMk cId="815336691" sldId="278"/>
            <ac:picMk id="6" creationId="{90813A4D-EFFB-2CEF-5087-04BFAC6EBD2C}"/>
          </ac:picMkLst>
        </pc:picChg>
      </pc:sldChg>
      <pc:sldChg chg="addSp delSp modSp add mod ord modNotesTx">
        <pc:chgData name="Rose Delcour-Min" userId="566977e6f9e044bc" providerId="LiveId" clId="{0DA36CC1-7F53-477A-BAF6-753A4D788E3F}" dt="2026-06-28T10:06:25.679" v="189" actId="20577"/>
        <pc:sldMkLst>
          <pc:docMk/>
          <pc:sldMk cId="389720734" sldId="279"/>
        </pc:sldMkLst>
        <pc:spChg chg="add del">
          <ac:chgData name="Rose Delcour-Min" userId="566977e6f9e044bc" providerId="LiveId" clId="{0DA36CC1-7F53-477A-BAF6-753A4D788E3F}" dt="2026-06-28T09:59:00.380" v="158" actId="478"/>
          <ac:spMkLst>
            <pc:docMk/>
            <pc:sldMk cId="389720734" sldId="279"/>
            <ac:spMk id="7" creationId="{A1E562CD-FC07-1091-228C-7670DC1ADBD8}"/>
          </ac:spMkLst>
        </pc:spChg>
        <pc:picChg chg="add del mod">
          <ac:chgData name="Rose Delcour-Min" userId="566977e6f9e044bc" providerId="LiveId" clId="{0DA36CC1-7F53-477A-BAF6-753A4D788E3F}" dt="2026-06-28T10:06:16.008" v="187" actId="478"/>
          <ac:picMkLst>
            <pc:docMk/>
            <pc:sldMk cId="389720734" sldId="279"/>
            <ac:picMk id="4" creationId="{DF3224AE-DF33-C73B-DE54-E87851D87DFF}"/>
          </ac:picMkLst>
        </pc:picChg>
        <pc:picChg chg="del">
          <ac:chgData name="Rose Delcour-Min" userId="566977e6f9e044bc" providerId="LiveId" clId="{0DA36CC1-7F53-477A-BAF6-753A4D788E3F}" dt="2026-06-28T09:56:33.050" v="151" actId="478"/>
          <ac:picMkLst>
            <pc:docMk/>
            <pc:sldMk cId="389720734" sldId="279"/>
            <ac:picMk id="10" creationId="{E23F00DF-BB6E-8EDA-D998-98A6E9A1BDCA}"/>
          </ac:picMkLst>
        </pc:picChg>
        <pc:picChg chg="add">
          <ac:chgData name="Rose Delcour-Min" userId="566977e6f9e044bc" providerId="LiveId" clId="{0DA36CC1-7F53-477A-BAF6-753A4D788E3F}" dt="2026-06-28T10:06:16.294" v="188" actId="22"/>
          <ac:picMkLst>
            <pc:docMk/>
            <pc:sldMk cId="389720734" sldId="279"/>
            <ac:picMk id="11" creationId="{15FC0842-7F03-DF4E-B104-EABDD21A3DB3}"/>
          </ac:picMkLst>
        </pc:picChg>
      </pc:sldChg>
      <pc:sldChg chg="add del setBg">
        <pc:chgData name="Rose Delcour-Min" userId="566977e6f9e044bc" providerId="LiveId" clId="{0DA36CC1-7F53-477A-BAF6-753A4D788E3F}" dt="2026-06-28T09:59:04.703" v="160" actId="47"/>
        <pc:sldMkLst>
          <pc:docMk/>
          <pc:sldMk cId="2861562649" sldId="280"/>
        </pc:sldMkLst>
      </pc:sldChg>
      <pc:sldChg chg="addSp delSp modSp add mod modNotesTx">
        <pc:chgData name="Rose Delcour-Min" userId="566977e6f9e044bc" providerId="LiveId" clId="{0DA36CC1-7F53-477A-BAF6-753A4D788E3F}" dt="2026-06-28T10:06:30.789" v="190" actId="20577"/>
        <pc:sldMkLst>
          <pc:docMk/>
          <pc:sldMk cId="3807322572" sldId="280"/>
        </pc:sldMkLst>
        <pc:picChg chg="del">
          <ac:chgData name="Rose Delcour-Min" userId="566977e6f9e044bc" providerId="LiveId" clId="{0DA36CC1-7F53-477A-BAF6-753A4D788E3F}" dt="2026-06-28T10:06:06.713" v="185" actId="478"/>
          <ac:picMkLst>
            <pc:docMk/>
            <pc:sldMk cId="3807322572" sldId="280"/>
            <ac:picMk id="4" creationId="{3871B94B-9C2B-DD53-9A21-DC59C995E2D9}"/>
          </ac:picMkLst>
        </pc:picChg>
        <pc:picChg chg="add del mod">
          <ac:chgData name="Rose Delcour-Min" userId="566977e6f9e044bc" providerId="LiveId" clId="{0DA36CC1-7F53-477A-BAF6-753A4D788E3F}" dt="2026-06-28T10:06:06.713" v="185" actId="478"/>
          <ac:picMkLst>
            <pc:docMk/>
            <pc:sldMk cId="3807322572" sldId="280"/>
            <ac:picMk id="6" creationId="{39BC349B-0A05-1DFE-87D7-F31AA81D40A8}"/>
          </ac:picMkLst>
        </pc:picChg>
        <pc:picChg chg="add del mod">
          <ac:chgData name="Rose Delcour-Min" userId="566977e6f9e044bc" providerId="LiveId" clId="{0DA36CC1-7F53-477A-BAF6-753A4D788E3F}" dt="2026-06-28T10:06:06.713" v="185" actId="478"/>
          <ac:picMkLst>
            <pc:docMk/>
            <pc:sldMk cId="3807322572" sldId="280"/>
            <ac:picMk id="8" creationId="{60D2A83C-12BF-3EB4-110C-0868A483E81A}"/>
          </ac:picMkLst>
        </pc:picChg>
        <pc:picChg chg="add">
          <ac:chgData name="Rose Delcour-Min" userId="566977e6f9e044bc" providerId="LiveId" clId="{0DA36CC1-7F53-477A-BAF6-753A4D788E3F}" dt="2026-06-28T10:06:07.320" v="186" actId="22"/>
          <ac:picMkLst>
            <pc:docMk/>
            <pc:sldMk cId="3807322572" sldId="280"/>
            <ac:picMk id="11" creationId="{92C165E2-2D1A-AF14-C76F-ECF603B43931}"/>
          </ac:picMkLst>
        </pc:picChg>
        <pc:picChg chg="add">
          <ac:chgData name="Rose Delcour-Min" userId="566977e6f9e044bc" providerId="LiveId" clId="{0DA36CC1-7F53-477A-BAF6-753A4D788E3F}" dt="2026-06-28T10:06:07.320" v="186" actId="22"/>
          <ac:picMkLst>
            <pc:docMk/>
            <pc:sldMk cId="3807322572" sldId="280"/>
            <ac:picMk id="13" creationId="{CA6E79DC-18B9-26BA-9A51-7BC55918E442}"/>
          </ac:picMkLst>
        </pc:picChg>
        <pc:picChg chg="add">
          <ac:chgData name="Rose Delcour-Min" userId="566977e6f9e044bc" providerId="LiveId" clId="{0DA36CC1-7F53-477A-BAF6-753A4D788E3F}" dt="2026-06-28T10:06:07.320" v="186" actId="22"/>
          <ac:picMkLst>
            <pc:docMk/>
            <pc:sldMk cId="3807322572" sldId="280"/>
            <ac:picMk id="15" creationId="{31515261-1F5D-0232-87D4-0A0AC3F329C4}"/>
          </ac:picMkLst>
        </pc:picChg>
      </pc:sldChg>
      <pc:sldChg chg="addSp delSp modSp add mod">
        <pc:chgData name="Rose Delcour-Min" userId="566977e6f9e044bc" providerId="LiveId" clId="{0DA36CC1-7F53-477A-BAF6-753A4D788E3F}" dt="2026-06-28T10:05:53.177" v="184" actId="1076"/>
        <pc:sldMkLst>
          <pc:docMk/>
          <pc:sldMk cId="1990333468" sldId="281"/>
        </pc:sldMkLst>
        <pc:picChg chg="del">
          <ac:chgData name="Rose Delcour-Min" userId="566977e6f9e044bc" providerId="LiveId" clId="{0DA36CC1-7F53-477A-BAF6-753A4D788E3F}" dt="2026-06-28T10:00:38.403" v="168" actId="478"/>
          <ac:picMkLst>
            <pc:docMk/>
            <pc:sldMk cId="1990333468" sldId="281"/>
            <ac:picMk id="4" creationId="{E239A9D7-9772-CA4A-6823-918E261FA110}"/>
          </ac:picMkLst>
        </pc:picChg>
        <pc:picChg chg="mod">
          <ac:chgData name="Rose Delcour-Min" userId="566977e6f9e044bc" providerId="LiveId" clId="{0DA36CC1-7F53-477A-BAF6-753A4D788E3F}" dt="2026-06-28T10:05:49.223" v="183" actId="1076"/>
          <ac:picMkLst>
            <pc:docMk/>
            <pc:sldMk cId="1990333468" sldId="281"/>
            <ac:picMk id="6" creationId="{EAA90698-2F77-6133-57EB-D20D1E0B1047}"/>
          </ac:picMkLst>
        </pc:picChg>
        <pc:picChg chg="add mod">
          <ac:chgData name="Rose Delcour-Min" userId="566977e6f9e044bc" providerId="LiveId" clId="{0DA36CC1-7F53-477A-BAF6-753A4D788E3F}" dt="2026-06-28T10:05:53.177" v="184" actId="1076"/>
          <ac:picMkLst>
            <pc:docMk/>
            <pc:sldMk cId="1990333468" sldId="281"/>
            <ac:picMk id="7" creationId="{D1A91A7B-C7B3-0C44-FABB-135EABA7F6F0}"/>
          </ac:picMkLst>
        </pc:picChg>
        <pc:picChg chg="mod">
          <ac:chgData name="Rose Delcour-Min" userId="566977e6f9e044bc" providerId="LiveId" clId="{0DA36CC1-7F53-477A-BAF6-753A4D788E3F}" dt="2026-06-28T10:05:49.223" v="183" actId="1076"/>
          <ac:picMkLst>
            <pc:docMk/>
            <pc:sldMk cId="1990333468" sldId="281"/>
            <ac:picMk id="8" creationId="{12BE1371-898D-7658-2311-12E07F0B96BE}"/>
          </ac:picMkLst>
        </pc:picChg>
        <pc:picChg chg="add mod">
          <ac:chgData name="Rose Delcour-Min" userId="566977e6f9e044bc" providerId="LiveId" clId="{0DA36CC1-7F53-477A-BAF6-753A4D788E3F}" dt="2026-06-28T10:05:42.759" v="182" actId="1076"/>
          <ac:picMkLst>
            <pc:docMk/>
            <pc:sldMk cId="1990333468" sldId="281"/>
            <ac:picMk id="11" creationId="{FF02C9A1-378C-3BAF-3CA5-0572F5256427}"/>
          </ac:picMkLst>
        </pc:picChg>
        <pc:picChg chg="add mod">
          <ac:chgData name="Rose Delcour-Min" userId="566977e6f9e044bc" providerId="LiveId" clId="{0DA36CC1-7F53-477A-BAF6-753A4D788E3F}" dt="2026-06-28T10:05:42.759" v="182" actId="1076"/>
          <ac:picMkLst>
            <pc:docMk/>
            <pc:sldMk cId="1990333468" sldId="281"/>
            <ac:picMk id="13" creationId="{29BE0E9F-F1DC-08E0-B0CB-FFEFE473B3C7}"/>
          </ac:picMkLst>
        </pc:picChg>
        <pc:picChg chg="add mod">
          <ac:chgData name="Rose Delcour-Min" userId="566977e6f9e044bc" providerId="LiveId" clId="{0DA36CC1-7F53-477A-BAF6-753A4D788E3F}" dt="2026-06-28T10:05:42.759" v="182" actId="1076"/>
          <ac:picMkLst>
            <pc:docMk/>
            <pc:sldMk cId="1990333468" sldId="281"/>
            <ac:picMk id="15" creationId="{D7C1F315-33C7-8F63-5C18-63B5A1733AC9}"/>
          </ac:picMkLst>
        </pc:picChg>
        <pc:picChg chg="add mod">
          <ac:chgData name="Rose Delcour-Min" userId="566977e6f9e044bc" providerId="LiveId" clId="{0DA36CC1-7F53-477A-BAF6-753A4D788E3F}" dt="2026-06-28T10:05:42.759" v="182" actId="1076"/>
          <ac:picMkLst>
            <pc:docMk/>
            <pc:sldMk cId="1990333468" sldId="281"/>
            <ac:picMk id="17" creationId="{348B1D95-B406-1146-BD0D-EFED5463AAD5}"/>
          </ac:picMkLst>
        </pc:picChg>
      </pc:sldChg>
      <pc:sldChg chg="addSp delSp modSp add mod ord modNotesTx">
        <pc:chgData name="Rose Delcour-Min" userId="566977e6f9e044bc" providerId="LiveId" clId="{0DA36CC1-7F53-477A-BAF6-753A4D788E3F}" dt="2026-06-28T10:08:26.997" v="225" actId="1076"/>
        <pc:sldMkLst>
          <pc:docMk/>
          <pc:sldMk cId="3282325234" sldId="282"/>
        </pc:sldMkLst>
        <pc:picChg chg="add mod">
          <ac:chgData name="Rose Delcour-Min" userId="566977e6f9e044bc" providerId="LiveId" clId="{0DA36CC1-7F53-477A-BAF6-753A4D788E3F}" dt="2026-06-28T10:08:26.997" v="225" actId="1076"/>
          <ac:picMkLst>
            <pc:docMk/>
            <pc:sldMk cId="3282325234" sldId="282"/>
            <ac:picMk id="4" creationId="{FEF88B28-5F19-A2C5-0BCB-B8738BE89539}"/>
          </ac:picMkLst>
        </pc:picChg>
        <pc:picChg chg="del">
          <ac:chgData name="Rose Delcour-Min" userId="566977e6f9e044bc" providerId="LiveId" clId="{0DA36CC1-7F53-477A-BAF6-753A4D788E3F}" dt="2026-06-28T10:07:10.959" v="194" actId="478"/>
          <ac:picMkLst>
            <pc:docMk/>
            <pc:sldMk cId="3282325234" sldId="282"/>
            <ac:picMk id="11" creationId="{D6E29966-01ED-AD97-3D5C-4F70D5DBBD25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0:08:20.156" v="224" actId="1076"/>
        <pc:sldMkLst>
          <pc:docMk/>
          <pc:sldMk cId="636371474" sldId="283"/>
        </pc:sldMkLst>
        <pc:picChg chg="del">
          <ac:chgData name="Rose Delcour-Min" userId="566977e6f9e044bc" providerId="LiveId" clId="{0DA36CC1-7F53-477A-BAF6-753A4D788E3F}" dt="2026-06-28T10:07:48.041" v="211" actId="478"/>
          <ac:picMkLst>
            <pc:docMk/>
            <pc:sldMk cId="636371474" sldId="283"/>
            <ac:picMk id="4" creationId="{E3D58454-7898-F15D-C163-93BD4F96C3F9}"/>
          </ac:picMkLst>
        </pc:picChg>
        <pc:picChg chg="add mod">
          <ac:chgData name="Rose Delcour-Min" userId="566977e6f9e044bc" providerId="LiveId" clId="{0DA36CC1-7F53-477A-BAF6-753A4D788E3F}" dt="2026-06-28T10:08:20.156" v="224" actId="1076"/>
          <ac:picMkLst>
            <pc:docMk/>
            <pc:sldMk cId="636371474" sldId="283"/>
            <ac:picMk id="6" creationId="{11ED8323-9F18-9CBB-7436-06B34FB0A07B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0:12:16.771" v="301" actId="1076"/>
        <pc:sldMkLst>
          <pc:docMk/>
          <pc:sldMk cId="3313634013" sldId="284"/>
        </pc:sldMkLst>
        <pc:picChg chg="add mod">
          <ac:chgData name="Rose Delcour-Min" userId="566977e6f9e044bc" providerId="LiveId" clId="{0DA36CC1-7F53-477A-BAF6-753A4D788E3F}" dt="2026-06-28T10:12:16.771" v="301" actId="1076"/>
          <ac:picMkLst>
            <pc:docMk/>
            <pc:sldMk cId="3313634013" sldId="284"/>
            <ac:picMk id="4" creationId="{889877A5-0407-3B33-9406-A64605A2DEC9}"/>
          </ac:picMkLst>
        </pc:picChg>
        <pc:picChg chg="del">
          <ac:chgData name="Rose Delcour-Min" userId="566977e6f9e044bc" providerId="LiveId" clId="{0DA36CC1-7F53-477A-BAF6-753A4D788E3F}" dt="2026-06-28T10:11:03.100" v="227" actId="478"/>
          <ac:picMkLst>
            <pc:docMk/>
            <pc:sldMk cId="3313634013" sldId="284"/>
            <ac:picMk id="6" creationId="{45EAF131-ED87-8DF6-DD7E-3417D9876C97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7:21:42.945" v="535" actId="1076"/>
        <pc:sldMkLst>
          <pc:docMk/>
          <pc:sldMk cId="1249395026" sldId="285"/>
        </pc:sldMkLst>
        <pc:picChg chg="del">
          <ac:chgData name="Rose Delcour-Min" userId="566977e6f9e044bc" providerId="LiveId" clId="{0DA36CC1-7F53-477A-BAF6-753A4D788E3F}" dt="2026-06-28T10:12:22.369" v="303" actId="478"/>
          <ac:picMkLst>
            <pc:docMk/>
            <pc:sldMk cId="1249395026" sldId="285"/>
            <ac:picMk id="4" creationId="{94631BE5-1982-A833-0E0F-C218363623D1}"/>
          </ac:picMkLst>
        </pc:picChg>
        <pc:picChg chg="add del mod ord">
          <ac:chgData name="Rose Delcour-Min" userId="566977e6f9e044bc" providerId="LiveId" clId="{0DA36CC1-7F53-477A-BAF6-753A4D788E3F}" dt="2026-06-28T17:21:14.324" v="530" actId="478"/>
          <ac:picMkLst>
            <pc:docMk/>
            <pc:sldMk cId="1249395026" sldId="285"/>
            <ac:picMk id="6" creationId="{7A67C9A4-FDE8-468D-DFD5-29C8BFEEE21A}"/>
          </ac:picMkLst>
        </pc:picChg>
        <pc:picChg chg="add mod">
          <ac:chgData name="Rose Delcour-Min" userId="566977e6f9e044bc" providerId="LiveId" clId="{0DA36CC1-7F53-477A-BAF6-753A4D788E3F}" dt="2026-06-28T17:21:42.945" v="535" actId="1076"/>
          <ac:picMkLst>
            <pc:docMk/>
            <pc:sldMk cId="1249395026" sldId="285"/>
            <ac:picMk id="8" creationId="{41AF5EFA-B273-99F0-B2B3-202CC34110EA}"/>
          </ac:picMkLst>
        </pc:picChg>
        <pc:picChg chg="add mod">
          <ac:chgData name="Rose Delcour-Min" userId="566977e6f9e044bc" providerId="LiveId" clId="{0DA36CC1-7F53-477A-BAF6-753A4D788E3F}" dt="2026-06-28T17:21:40.212" v="534" actId="1076"/>
          <ac:picMkLst>
            <pc:docMk/>
            <pc:sldMk cId="1249395026" sldId="285"/>
            <ac:picMk id="11" creationId="{0320943A-E56C-DDE7-EBF5-4BEA94B138CC}"/>
          </ac:picMkLst>
        </pc:picChg>
        <pc:picChg chg="add ord">
          <ac:chgData name="Rose Delcour-Min" userId="566977e6f9e044bc" providerId="LiveId" clId="{0DA36CC1-7F53-477A-BAF6-753A4D788E3F}" dt="2026-06-28T17:21:34.201" v="533" actId="167"/>
          <ac:picMkLst>
            <pc:docMk/>
            <pc:sldMk cId="1249395026" sldId="285"/>
            <ac:picMk id="13" creationId="{AB739CD1-6BF6-567D-6613-9510842E40D1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7:22:09.558" v="544" actId="1076"/>
        <pc:sldMkLst>
          <pc:docMk/>
          <pc:sldMk cId="2679067518" sldId="286"/>
        </pc:sldMkLst>
        <pc:picChg chg="add mod">
          <ac:chgData name="Rose Delcour-Min" userId="566977e6f9e044bc" providerId="LiveId" clId="{0DA36CC1-7F53-477A-BAF6-753A4D788E3F}" dt="2026-06-28T17:22:09.558" v="544" actId="1076"/>
          <ac:picMkLst>
            <pc:docMk/>
            <pc:sldMk cId="2679067518" sldId="286"/>
            <ac:picMk id="4" creationId="{6702D7E7-0CF1-0393-6C49-948FE6B67394}"/>
          </ac:picMkLst>
        </pc:picChg>
        <pc:picChg chg="del mod ord">
          <ac:chgData name="Rose Delcour-Min" userId="566977e6f9e044bc" providerId="LiveId" clId="{0DA36CC1-7F53-477A-BAF6-753A4D788E3F}" dt="2026-06-28T17:21:48.633" v="537" actId="478"/>
          <ac:picMkLst>
            <pc:docMk/>
            <pc:sldMk cId="2679067518" sldId="286"/>
            <ac:picMk id="6" creationId="{DD5BA744-B569-E842-6F99-9036E9511532}"/>
          </ac:picMkLst>
        </pc:picChg>
        <pc:picChg chg="add mod">
          <ac:chgData name="Rose Delcour-Min" userId="566977e6f9e044bc" providerId="LiveId" clId="{0DA36CC1-7F53-477A-BAF6-753A4D788E3F}" dt="2026-06-28T17:22:04.196" v="543" actId="1076"/>
          <ac:picMkLst>
            <pc:docMk/>
            <pc:sldMk cId="2679067518" sldId="286"/>
            <ac:picMk id="8" creationId="{5BD179CD-B96A-B479-3E4D-A335886A21F0}"/>
          </ac:picMkLst>
        </pc:picChg>
        <pc:picChg chg="add ord">
          <ac:chgData name="Rose Delcour-Min" userId="566977e6f9e044bc" providerId="LiveId" clId="{0DA36CC1-7F53-477A-BAF6-753A4D788E3F}" dt="2026-06-28T17:22:00.985" v="542" actId="167"/>
          <ac:picMkLst>
            <pc:docMk/>
            <pc:sldMk cId="2679067518" sldId="286"/>
            <ac:picMk id="11" creationId="{38395F80-5500-0979-69B7-AE585D0D0412}"/>
          </ac:picMkLst>
        </pc:picChg>
      </pc:sldChg>
      <pc:sldChg chg="addSp delSp modSp add mod ord">
        <pc:chgData name="Rose Delcour-Min" userId="566977e6f9e044bc" providerId="LiveId" clId="{0DA36CC1-7F53-477A-BAF6-753A4D788E3F}" dt="2026-06-28T10:22:41.133" v="360" actId="14861"/>
        <pc:sldMkLst>
          <pc:docMk/>
          <pc:sldMk cId="2776463188" sldId="287"/>
        </pc:sldMkLst>
        <pc:picChg chg="add mod">
          <ac:chgData name="Rose Delcour-Min" userId="566977e6f9e044bc" providerId="LiveId" clId="{0DA36CC1-7F53-477A-BAF6-753A4D788E3F}" dt="2026-06-28T10:22:41.133" v="360" actId="14861"/>
          <ac:picMkLst>
            <pc:docMk/>
            <pc:sldMk cId="2776463188" sldId="287"/>
            <ac:picMk id="4" creationId="{0474C821-CDD5-17B1-9D23-F008618B5A1D}"/>
          </ac:picMkLst>
        </pc:picChg>
        <pc:picChg chg="del">
          <ac:chgData name="Rose Delcour-Min" userId="566977e6f9e044bc" providerId="LiveId" clId="{0DA36CC1-7F53-477A-BAF6-753A4D788E3F}" dt="2026-06-28T10:20:50.516" v="353" actId="478"/>
          <ac:picMkLst>
            <pc:docMk/>
            <pc:sldMk cId="2776463188" sldId="287"/>
            <ac:picMk id="6" creationId="{87A04F7C-55F9-9B3C-61D7-377E219E24B8}"/>
          </ac:picMkLst>
        </pc:picChg>
      </pc:sldChg>
      <pc:sldChg chg="addSp delSp modSp add mod">
        <pc:chgData name="Rose Delcour-Min" userId="566977e6f9e044bc" providerId="LiveId" clId="{0DA36CC1-7F53-477A-BAF6-753A4D788E3F}" dt="2026-06-28T10:25:30.734" v="370" actId="14861"/>
        <pc:sldMkLst>
          <pc:docMk/>
          <pc:sldMk cId="2769853663" sldId="288"/>
        </pc:sldMkLst>
        <pc:picChg chg="del">
          <ac:chgData name="Rose Delcour-Min" userId="566977e6f9e044bc" providerId="LiveId" clId="{0DA36CC1-7F53-477A-BAF6-753A4D788E3F}" dt="2026-06-28T10:24:42.317" v="362" actId="478"/>
          <ac:picMkLst>
            <pc:docMk/>
            <pc:sldMk cId="2769853663" sldId="288"/>
            <ac:picMk id="4" creationId="{F256E5A4-08CF-2397-3D6A-52808A4191F9}"/>
          </ac:picMkLst>
        </pc:picChg>
        <pc:picChg chg="add mod">
          <ac:chgData name="Rose Delcour-Min" userId="566977e6f9e044bc" providerId="LiveId" clId="{0DA36CC1-7F53-477A-BAF6-753A4D788E3F}" dt="2026-06-28T10:25:30.734" v="370" actId="14861"/>
          <ac:picMkLst>
            <pc:docMk/>
            <pc:sldMk cId="2769853663" sldId="288"/>
            <ac:picMk id="6" creationId="{2DCA1B00-DC89-946B-A425-F2D8CCA8446D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0:29:00.394" v="381" actId="22"/>
        <pc:sldMkLst>
          <pc:docMk/>
          <pc:sldMk cId="1333711614" sldId="289"/>
        </pc:sldMkLst>
        <pc:picChg chg="add mod">
          <ac:chgData name="Rose Delcour-Min" userId="566977e6f9e044bc" providerId="LiveId" clId="{0DA36CC1-7F53-477A-BAF6-753A4D788E3F}" dt="2026-06-28T10:28:50.896" v="380" actId="1076"/>
          <ac:picMkLst>
            <pc:docMk/>
            <pc:sldMk cId="1333711614" sldId="289"/>
            <ac:picMk id="4" creationId="{2D3AED1E-31DA-6605-312E-50F6CD69548E}"/>
          </ac:picMkLst>
        </pc:picChg>
        <pc:picChg chg="del">
          <ac:chgData name="Rose Delcour-Min" userId="566977e6f9e044bc" providerId="LiveId" clId="{0DA36CC1-7F53-477A-BAF6-753A4D788E3F}" dt="2026-06-28T10:28:08.127" v="372" actId="478"/>
          <ac:picMkLst>
            <pc:docMk/>
            <pc:sldMk cId="1333711614" sldId="289"/>
            <ac:picMk id="6" creationId="{C1007548-A8D0-22B7-8307-4F2834869FD2}"/>
          </ac:picMkLst>
        </pc:picChg>
        <pc:picChg chg="add">
          <ac:chgData name="Rose Delcour-Min" userId="566977e6f9e044bc" providerId="LiveId" clId="{0DA36CC1-7F53-477A-BAF6-753A4D788E3F}" dt="2026-06-28T10:29:00.394" v="381" actId="22"/>
          <ac:picMkLst>
            <pc:docMk/>
            <pc:sldMk cId="1333711614" sldId="289"/>
            <ac:picMk id="8" creationId="{524C4850-DDCB-30DE-40B4-360E5AEBBC2A}"/>
          </ac:picMkLst>
        </pc:picChg>
      </pc:sldChg>
      <pc:sldChg chg="addSp delSp modSp add mod">
        <pc:chgData name="Rose Delcour-Min" userId="566977e6f9e044bc" providerId="LiveId" clId="{0DA36CC1-7F53-477A-BAF6-753A4D788E3F}" dt="2026-06-28T10:33:44.362" v="391" actId="14861"/>
        <pc:sldMkLst>
          <pc:docMk/>
          <pc:sldMk cId="233938526" sldId="290"/>
        </pc:sldMkLst>
        <pc:picChg chg="del">
          <ac:chgData name="Rose Delcour-Min" userId="566977e6f9e044bc" providerId="LiveId" clId="{0DA36CC1-7F53-477A-BAF6-753A4D788E3F}" dt="2026-06-28T10:29:58.259" v="384" actId="478"/>
          <ac:picMkLst>
            <pc:docMk/>
            <pc:sldMk cId="233938526" sldId="290"/>
            <ac:picMk id="4" creationId="{D87BDCC2-404E-4F75-E9D4-76E1C5C8A167}"/>
          </ac:picMkLst>
        </pc:picChg>
        <pc:picChg chg="add mod">
          <ac:chgData name="Rose Delcour-Min" userId="566977e6f9e044bc" providerId="LiveId" clId="{0DA36CC1-7F53-477A-BAF6-753A4D788E3F}" dt="2026-06-28T10:33:44.362" v="391" actId="14861"/>
          <ac:picMkLst>
            <pc:docMk/>
            <pc:sldMk cId="233938526" sldId="290"/>
            <ac:picMk id="6" creationId="{A02C4736-FDB2-BFB4-085E-913FA8C1AF3A}"/>
          </ac:picMkLst>
        </pc:picChg>
        <pc:picChg chg="del">
          <ac:chgData name="Rose Delcour-Min" userId="566977e6f9e044bc" providerId="LiveId" clId="{0DA36CC1-7F53-477A-BAF6-753A4D788E3F}" dt="2026-06-28T10:29:56.671" v="383" actId="478"/>
          <ac:picMkLst>
            <pc:docMk/>
            <pc:sldMk cId="233938526" sldId="290"/>
            <ac:picMk id="8" creationId="{79174E00-EDCF-934D-F9F1-0701AA3527BD}"/>
          </ac:picMkLst>
        </pc:picChg>
      </pc:sldChg>
      <pc:sldChg chg="addSp delSp modSp add mod">
        <pc:chgData name="Rose Delcour-Min" userId="566977e6f9e044bc" providerId="LiveId" clId="{0DA36CC1-7F53-477A-BAF6-753A4D788E3F}" dt="2026-06-28T10:37:50.317" v="404" actId="732"/>
        <pc:sldMkLst>
          <pc:docMk/>
          <pc:sldMk cId="1984093377" sldId="291"/>
        </pc:sldMkLst>
        <pc:picChg chg="add mod modCrop">
          <ac:chgData name="Rose Delcour-Min" userId="566977e6f9e044bc" providerId="LiveId" clId="{0DA36CC1-7F53-477A-BAF6-753A4D788E3F}" dt="2026-06-28T10:37:50.317" v="404" actId="732"/>
          <ac:picMkLst>
            <pc:docMk/>
            <pc:sldMk cId="1984093377" sldId="291"/>
            <ac:picMk id="4" creationId="{3BD512B3-3C4C-CF1B-B02F-240650DFCCCB}"/>
          </ac:picMkLst>
        </pc:picChg>
        <pc:picChg chg="del">
          <ac:chgData name="Rose Delcour-Min" userId="566977e6f9e044bc" providerId="LiveId" clId="{0DA36CC1-7F53-477A-BAF6-753A4D788E3F}" dt="2026-06-28T10:33:57.790" v="393" actId="478"/>
          <ac:picMkLst>
            <pc:docMk/>
            <pc:sldMk cId="1984093377" sldId="291"/>
            <ac:picMk id="6" creationId="{CD101FDB-ABA3-904B-474E-3160BBAC797D}"/>
          </ac:picMkLst>
        </pc:picChg>
      </pc:sldChg>
      <pc:sldChg chg="modSp add mod modNotesTx">
        <pc:chgData name="Rose Delcour-Min" userId="566977e6f9e044bc" providerId="LiveId" clId="{0DA36CC1-7F53-477A-BAF6-753A4D788E3F}" dt="2026-06-28T10:38:53.437" v="413" actId="732"/>
        <pc:sldMkLst>
          <pc:docMk/>
          <pc:sldMk cId="3432000936" sldId="292"/>
        </pc:sldMkLst>
        <pc:picChg chg="mod modCrop">
          <ac:chgData name="Rose Delcour-Min" userId="566977e6f9e044bc" providerId="LiveId" clId="{0DA36CC1-7F53-477A-BAF6-753A4D788E3F}" dt="2026-06-28T10:38:53.437" v="413" actId="732"/>
          <ac:picMkLst>
            <pc:docMk/>
            <pc:sldMk cId="3432000936" sldId="292"/>
            <ac:picMk id="4" creationId="{FC6BFB1A-6813-C3C4-0E13-6971FD1252C8}"/>
          </ac:picMkLst>
        </pc:picChg>
      </pc:sldChg>
      <pc:sldChg chg="modSp add mod modNotesTx">
        <pc:chgData name="Rose Delcour-Min" userId="566977e6f9e044bc" providerId="LiveId" clId="{0DA36CC1-7F53-477A-BAF6-753A4D788E3F}" dt="2026-06-28T10:39:32.149" v="419" actId="732"/>
        <pc:sldMkLst>
          <pc:docMk/>
          <pc:sldMk cId="1229573673" sldId="293"/>
        </pc:sldMkLst>
        <pc:picChg chg="mod modCrop">
          <ac:chgData name="Rose Delcour-Min" userId="566977e6f9e044bc" providerId="LiveId" clId="{0DA36CC1-7F53-477A-BAF6-753A4D788E3F}" dt="2026-06-28T10:39:32.149" v="419" actId="732"/>
          <ac:picMkLst>
            <pc:docMk/>
            <pc:sldMk cId="1229573673" sldId="293"/>
            <ac:picMk id="4" creationId="{D0B3AF0F-5B81-34DE-85BC-AFB81A0CD8F9}"/>
          </ac:picMkLst>
        </pc:picChg>
      </pc:sldChg>
      <pc:sldChg chg="modSp add mod modNotesTx">
        <pc:chgData name="Rose Delcour-Min" userId="566977e6f9e044bc" providerId="LiveId" clId="{0DA36CC1-7F53-477A-BAF6-753A4D788E3F}" dt="2026-06-28T10:40:07.434" v="425" actId="732"/>
        <pc:sldMkLst>
          <pc:docMk/>
          <pc:sldMk cId="2936793141" sldId="294"/>
        </pc:sldMkLst>
        <pc:picChg chg="mod modCrop">
          <ac:chgData name="Rose Delcour-Min" userId="566977e6f9e044bc" providerId="LiveId" clId="{0DA36CC1-7F53-477A-BAF6-753A4D788E3F}" dt="2026-06-28T10:40:07.434" v="425" actId="732"/>
          <ac:picMkLst>
            <pc:docMk/>
            <pc:sldMk cId="2936793141" sldId="294"/>
            <ac:picMk id="4" creationId="{74688FE4-5BA3-40A5-57F3-850EDDE6BFA3}"/>
          </ac:picMkLst>
        </pc:picChg>
      </pc:sldChg>
      <pc:sldChg chg="modSp add mod modNotesTx">
        <pc:chgData name="Rose Delcour-Min" userId="566977e6f9e044bc" providerId="LiveId" clId="{0DA36CC1-7F53-477A-BAF6-753A4D788E3F}" dt="2026-06-28T10:40:27.864" v="433" actId="732"/>
        <pc:sldMkLst>
          <pc:docMk/>
          <pc:sldMk cId="3007396083" sldId="295"/>
        </pc:sldMkLst>
        <pc:picChg chg="mod modCrop">
          <ac:chgData name="Rose Delcour-Min" userId="566977e6f9e044bc" providerId="LiveId" clId="{0DA36CC1-7F53-477A-BAF6-753A4D788E3F}" dt="2026-06-28T10:40:27.864" v="433" actId="732"/>
          <ac:picMkLst>
            <pc:docMk/>
            <pc:sldMk cId="3007396083" sldId="295"/>
            <ac:picMk id="4" creationId="{2137C7F3-8303-94D5-7819-9FC7E6293968}"/>
          </ac:picMkLst>
        </pc:picChg>
      </pc:sldChg>
      <pc:sldChg chg="modSp add mod modNotesTx">
        <pc:chgData name="Rose Delcour-Min" userId="566977e6f9e044bc" providerId="LiveId" clId="{0DA36CC1-7F53-477A-BAF6-753A4D788E3F}" dt="2026-06-28T10:40:49.078" v="439" actId="20577"/>
        <pc:sldMkLst>
          <pc:docMk/>
          <pc:sldMk cId="2029655954" sldId="296"/>
        </pc:sldMkLst>
        <pc:picChg chg="mod">
          <ac:chgData name="Rose Delcour-Min" userId="566977e6f9e044bc" providerId="LiveId" clId="{0DA36CC1-7F53-477A-BAF6-753A4D788E3F}" dt="2026-06-28T10:40:41.716" v="436" actId="14861"/>
          <ac:picMkLst>
            <pc:docMk/>
            <pc:sldMk cId="2029655954" sldId="296"/>
            <ac:picMk id="4" creationId="{332B015B-6406-B122-0361-B2E18BE96F57}"/>
          </ac:picMkLst>
        </pc:picChg>
      </pc:sldChg>
      <pc:sldChg chg="addSp delSp modSp add mod">
        <pc:chgData name="Rose Delcour-Min" userId="566977e6f9e044bc" providerId="LiveId" clId="{0DA36CC1-7F53-477A-BAF6-753A4D788E3F}" dt="2026-06-28T13:55:45.098" v="444" actId="1076"/>
        <pc:sldMkLst>
          <pc:docMk/>
          <pc:sldMk cId="1562560751" sldId="297"/>
        </pc:sldMkLst>
        <pc:picChg chg="del">
          <ac:chgData name="Rose Delcour-Min" userId="566977e6f9e044bc" providerId="LiveId" clId="{0DA36CC1-7F53-477A-BAF6-753A4D788E3F}" dt="2026-06-28T13:53:22.089" v="441" actId="478"/>
          <ac:picMkLst>
            <pc:docMk/>
            <pc:sldMk cId="1562560751" sldId="297"/>
            <ac:picMk id="4" creationId="{C65D13DF-CECC-0098-3D5C-5DFB3242CEE6}"/>
          </ac:picMkLst>
        </pc:picChg>
        <pc:picChg chg="add mod">
          <ac:chgData name="Rose Delcour-Min" userId="566977e6f9e044bc" providerId="LiveId" clId="{0DA36CC1-7F53-477A-BAF6-753A4D788E3F}" dt="2026-06-28T13:55:45.098" v="444" actId="1076"/>
          <ac:picMkLst>
            <pc:docMk/>
            <pc:sldMk cId="1562560751" sldId="297"/>
            <ac:picMk id="6" creationId="{2F78DD72-C53B-DF36-A667-B3C626B29A0E}"/>
          </ac:picMkLst>
        </pc:picChg>
      </pc:sldChg>
      <pc:sldChg chg="addSp delSp modSp add mod modNotesTx">
        <pc:chgData name="Rose Delcour-Min" userId="566977e6f9e044bc" providerId="LiveId" clId="{0DA36CC1-7F53-477A-BAF6-753A4D788E3F}" dt="2026-06-28T17:30:35.091" v="563" actId="1076"/>
        <pc:sldMkLst>
          <pc:docMk/>
          <pc:sldMk cId="1732562561" sldId="298"/>
        </pc:sldMkLst>
        <pc:picChg chg="add del mod">
          <ac:chgData name="Rose Delcour-Min" userId="566977e6f9e044bc" providerId="LiveId" clId="{0DA36CC1-7F53-477A-BAF6-753A4D788E3F}" dt="2026-06-28T17:29:11.365" v="549" actId="478"/>
          <ac:picMkLst>
            <pc:docMk/>
            <pc:sldMk cId="1732562561" sldId="298"/>
            <ac:picMk id="4" creationId="{255242A9-3DF2-FE84-B134-4A6CA50E5749}"/>
          </ac:picMkLst>
        </pc:picChg>
        <pc:picChg chg="del">
          <ac:chgData name="Rose Delcour-Min" userId="566977e6f9e044bc" providerId="LiveId" clId="{0DA36CC1-7F53-477A-BAF6-753A4D788E3F}" dt="2026-06-28T13:56:15.733" v="446" actId="478"/>
          <ac:picMkLst>
            <pc:docMk/>
            <pc:sldMk cId="1732562561" sldId="298"/>
            <ac:picMk id="6" creationId="{40B26833-848D-DE8E-244D-6CDC4DCA08D2}"/>
          </ac:picMkLst>
        </pc:picChg>
        <pc:picChg chg="add mod ord">
          <ac:chgData name="Rose Delcour-Min" userId="566977e6f9e044bc" providerId="LiveId" clId="{0DA36CC1-7F53-477A-BAF6-753A4D788E3F}" dt="2026-06-28T17:30:23.832" v="561" actId="1076"/>
          <ac:picMkLst>
            <pc:docMk/>
            <pc:sldMk cId="1732562561" sldId="298"/>
            <ac:picMk id="8" creationId="{4C98542D-20BE-36DE-4F2D-407590F1A736}"/>
          </ac:picMkLst>
        </pc:picChg>
        <pc:picChg chg="add mod ord">
          <ac:chgData name="Rose Delcour-Min" userId="566977e6f9e044bc" providerId="LiveId" clId="{0DA36CC1-7F53-477A-BAF6-753A4D788E3F}" dt="2026-06-28T17:30:35.091" v="563" actId="1076"/>
          <ac:picMkLst>
            <pc:docMk/>
            <pc:sldMk cId="1732562561" sldId="298"/>
            <ac:picMk id="11" creationId="{2CC9EAF7-195D-5CE7-1DD1-9CC4EDC828E7}"/>
          </ac:picMkLst>
        </pc:picChg>
      </pc:sldChg>
      <pc:sldChg chg="addSp delSp add del mod">
        <pc:chgData name="Rose Delcour-Min" userId="566977e6f9e044bc" providerId="LiveId" clId="{0DA36CC1-7F53-477A-BAF6-753A4D788E3F}" dt="2026-06-28T17:31:48.634" v="565" actId="47"/>
        <pc:sldMkLst>
          <pc:docMk/>
          <pc:sldMk cId="2934998324" sldId="299"/>
        </pc:sldMkLst>
        <pc:picChg chg="add del">
          <ac:chgData name="Rose Delcour-Min" userId="566977e6f9e044bc" providerId="LiveId" clId="{0DA36CC1-7F53-477A-BAF6-753A4D788E3F}" dt="2026-06-28T17:29:18.368" v="550" actId="478"/>
          <ac:picMkLst>
            <pc:docMk/>
            <pc:sldMk cId="2934998324" sldId="299"/>
            <ac:picMk id="4" creationId="{45957EE8-7D34-BC0B-7A2A-A8AE4FA36753}"/>
          </ac:picMkLst>
        </pc:picChg>
        <pc:picChg chg="add">
          <ac:chgData name="Rose Delcour-Min" userId="566977e6f9e044bc" providerId="LiveId" clId="{0DA36CC1-7F53-477A-BAF6-753A4D788E3F}" dt="2026-06-28T17:29:51.297" v="556" actId="22"/>
          <ac:picMkLst>
            <pc:docMk/>
            <pc:sldMk cId="2934998324" sldId="299"/>
            <ac:picMk id="6" creationId="{588FA4E5-23FE-E3AD-26D5-B8B365489233}"/>
          </ac:picMkLst>
        </pc:picChg>
      </pc:sldChg>
      <pc:sldChg chg="addSp delSp add mod">
        <pc:chgData name="Rose Delcour-Min" userId="566977e6f9e044bc" providerId="LiveId" clId="{0DA36CC1-7F53-477A-BAF6-753A4D788E3F}" dt="2026-06-28T17:29:53.202" v="557" actId="22"/>
        <pc:sldMkLst>
          <pc:docMk/>
          <pc:sldMk cId="1939297648" sldId="300"/>
        </pc:sldMkLst>
        <pc:picChg chg="del">
          <ac:chgData name="Rose Delcour-Min" userId="566977e6f9e044bc" providerId="LiveId" clId="{0DA36CC1-7F53-477A-BAF6-753A4D788E3F}" dt="2026-06-28T17:29:21.429" v="551" actId="478"/>
          <ac:picMkLst>
            <pc:docMk/>
            <pc:sldMk cId="1939297648" sldId="300"/>
            <ac:picMk id="4" creationId="{69A6ADCB-BB5C-FF98-4742-AB831DA8F46F}"/>
          </ac:picMkLst>
        </pc:picChg>
        <pc:picChg chg="add">
          <ac:chgData name="Rose Delcour-Min" userId="566977e6f9e044bc" providerId="LiveId" clId="{0DA36CC1-7F53-477A-BAF6-753A4D788E3F}" dt="2026-06-28T17:29:53.202" v="557" actId="22"/>
          <ac:picMkLst>
            <pc:docMk/>
            <pc:sldMk cId="1939297648" sldId="300"/>
            <ac:picMk id="6" creationId="{29BDC3D5-DE9F-8525-005F-69B636A3CFDB}"/>
          </ac:picMkLst>
        </pc:picChg>
      </pc:sldChg>
      <pc:sldChg chg="addSp delSp modSp add mod">
        <pc:chgData name="Rose Delcour-Min" userId="566977e6f9e044bc" providerId="LiveId" clId="{0DA36CC1-7F53-477A-BAF6-753A4D788E3F}" dt="2026-06-28T17:29:42.962" v="554" actId="14861"/>
        <pc:sldMkLst>
          <pc:docMk/>
          <pc:sldMk cId="2265787482" sldId="301"/>
        </pc:sldMkLst>
        <pc:picChg chg="del">
          <ac:chgData name="Rose Delcour-Min" userId="566977e6f9e044bc" providerId="LiveId" clId="{0DA36CC1-7F53-477A-BAF6-753A4D788E3F}" dt="2026-06-28T13:58:30.329" v="454" actId="478"/>
          <ac:picMkLst>
            <pc:docMk/>
            <pc:sldMk cId="2265787482" sldId="301"/>
            <ac:picMk id="4" creationId="{A2EEB2BE-6F9F-6AF9-1159-D34F2AB9693D}"/>
          </ac:picMkLst>
        </pc:picChg>
        <pc:picChg chg="add mod">
          <ac:chgData name="Rose Delcour-Min" userId="566977e6f9e044bc" providerId="LiveId" clId="{0DA36CC1-7F53-477A-BAF6-753A4D788E3F}" dt="2026-06-28T17:29:42.962" v="554" actId="14861"/>
          <ac:picMkLst>
            <pc:docMk/>
            <pc:sldMk cId="2265787482" sldId="301"/>
            <ac:picMk id="6" creationId="{71B2E8BC-0EC6-EF81-4837-BBEBF1DC0518}"/>
          </ac:picMkLst>
        </pc:picChg>
      </pc:sldChg>
      <pc:sldChg chg="add">
        <pc:chgData name="Rose Delcour-Min" userId="566977e6f9e044bc" providerId="LiveId" clId="{0DA36CC1-7F53-477A-BAF6-753A4D788E3F}" dt="2026-06-28T16:59:11.015" v="458" actId="2890"/>
        <pc:sldMkLst>
          <pc:docMk/>
          <pc:sldMk cId="2219771380" sldId="302"/>
        </pc:sldMkLst>
      </pc:sldChg>
      <pc:sldChg chg="addSp modSp add mod">
        <pc:chgData name="Rose Delcour-Min" userId="566977e6f9e044bc" providerId="LiveId" clId="{0DA36CC1-7F53-477A-BAF6-753A4D788E3F}" dt="2026-06-28T17:20:44.306" v="526" actId="1076"/>
        <pc:sldMkLst>
          <pc:docMk/>
          <pc:sldMk cId="2049078623" sldId="303"/>
        </pc:sldMkLst>
        <pc:picChg chg="add mod">
          <ac:chgData name="Rose Delcour-Min" userId="566977e6f9e044bc" providerId="LiveId" clId="{0DA36CC1-7F53-477A-BAF6-753A4D788E3F}" dt="2026-06-28T17:20:44.306" v="526" actId="1076"/>
          <ac:picMkLst>
            <pc:docMk/>
            <pc:sldMk cId="2049078623" sldId="303"/>
            <ac:picMk id="4" creationId="{7595D473-4293-1BB4-1FE1-70ED2E0EA492}"/>
          </ac:picMkLst>
        </pc:picChg>
      </pc:sldChg>
      <pc:sldChg chg="add">
        <pc:chgData name="Rose Delcour-Min" userId="566977e6f9e044bc" providerId="LiveId" clId="{0DA36CC1-7F53-477A-BAF6-753A4D788E3F}" dt="2026-06-28T17:30:55.750" v="564" actId="2890"/>
        <pc:sldMkLst>
          <pc:docMk/>
          <pc:sldMk cId="4147767862" sldId="304"/>
        </pc:sldMkLst>
      </pc:sldChg>
      <pc:sldChg chg="add">
        <pc:chgData name="Rose Delcour-Min" userId="566977e6f9e044bc" providerId="LiveId" clId="{0DA36CC1-7F53-477A-BAF6-753A4D788E3F}" dt="2026-06-28T17:31:53.309" v="566" actId="2890"/>
        <pc:sldMkLst>
          <pc:docMk/>
          <pc:sldMk cId="1782405367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E02EC-A6BA-48AB-8E15-F0A0713C813B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AFE21-92E6-4E35-9DA5-1B88D5F60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8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519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336F-792E-0B50-352A-2D197390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EDF2A-7F76-4C99-372F-63350C92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1BF3B-5E8A-755B-C01B-9CB9B0C2E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All classification happens on the collar in real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FC3C5-D098-6C9E-74F4-BBAB7D979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049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</a:t>
            </a:r>
            <a:r>
              <a:rPr lang="en-GB" dirty="0" err="1"/>
              <a:t>Meowtion</a:t>
            </a:r>
            <a:r>
              <a:rPr lang="en-GB" dirty="0"/>
              <a:t> runs a confidence gated cascade of two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26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352F-C077-8622-7627-B9452F48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9DA0F-DB23-0F42-9EB6-5F490717B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9FBDF-A0AF-A2DE-4D03-594280501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</a:t>
            </a:r>
            <a:r>
              <a:rPr lang="en-GB" dirty="0" err="1"/>
              <a:t>Meowtion</a:t>
            </a:r>
            <a:r>
              <a:rPr lang="en-GB" dirty="0"/>
              <a:t> runs a confidence gated cascade of two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E53E0-6A36-5F9C-1C15-FFDA0C639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87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2B9A-21BA-B8B1-6940-BA7A6940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043BD-64E8-178D-9226-480091618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EE990-27F5-51C1-53FC-A40805B40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identify between behaviours which may look identical to a motion sensor but sound completely different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EA968-7F77-3D4D-8BAB-F2C002907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718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77B2-CB27-A866-0AAC-1E881A4E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4E589-5E1D-4D7E-DB49-3726115AA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21FD4-A453-FD81-8EFF-2F5E450D9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IMU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19DB7-EC06-1ABE-FEEE-A17BAADFA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600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FE59-8465-3FC2-C5E0-399F9609A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BEF3A-9B36-DA4C-ACFC-EE64B10C3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F12A7-71C4-B9E8-5959-7408EAB85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IMU model runs continuously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89F0-BCCC-F0AF-EF87-583F4613C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654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0D075-A880-73E5-0B2A-096852D4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78AAE-8CC7-A303-CFCF-AD949FDE3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430E3-BD15-A77F-2CB6-1D2055492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IMU model runs continuously on the motion stream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2D9FF-8C75-8123-B660-1D2385275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66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61FF-8EB4-F774-15CD-860FE366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2BDFF-84B2-83BC-0A1B-FF1574898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DC39B-CE87-708B-71D6-FAD0EE079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is cheap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11639-9BBE-7287-CEEB-5566AD4CB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714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8052-46B1-3AED-F9FF-31FD5B85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683CB-7971-6CD7-4871-0C849984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E3615-158A-1631-8E89-37E9CAFD9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Always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CAEA8-785D-6CEC-BE86-A3C74BB3A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57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9A5A-EEE6-DDE0-EB25-849FBD2F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A5ED8-60CF-2814-9D5F-B8D75C6BD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76DA4-D4D1-664B-EB91-C5F22C89A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carries most of the classification load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483DB-FC06-DB36-EC68-CB0214823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036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6931-790E-462B-9E65-04BE5B3C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37B01-0FE5-AC89-71F7-6A15B3261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3568C-6EE6-7F1F-49B8-88EAAAAEA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the IMU is unsure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461AF-8E72-CCC3-206B-C030F5332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121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6D31-7DCC-7918-6621-5006324D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FAF82-2DCB-D6F0-3444-487C562C6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816B3-20DD-644B-6084-7DADFDFD1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short audio model is invoked to confirm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37A9C-451A-E17F-1017-1E7F0B518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235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7C5E-7FB2-970B-6735-B73127C2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682CB-2F09-5232-2AEF-9E9E70EA7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CECEB-24EB-D217-CAA0-D0970E1FB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audio is therefore a deployed disambiguation signal, not merely a training aid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E2509-9A6F-7CF3-78BD-A8F231B5C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307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A637-06F8-159C-7FB7-13F64092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4AA30-FB84-CAD7-EA9D-69E57DDD6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EB56D-1D7F-34EE-B6F0-71781E953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keeps average power low while recovering accuracy that motion alone cannot provide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E9345-6544-300B-91A4-675330F70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829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735D-EDB7-93EE-2D98-459D700E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99116-0313-F4FE-9A01-B5232AB74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2C3D6-5380-F900-1FAF-67D99FE18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how does it train?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6D5B9-1FAF-B535-DDC1-13A06863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467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DAF6-5C26-ED0C-2F71-8F309BA07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1DAB7-1B9C-1DF7-031F-873940024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8BBF8-1975-F2C7-6023-60EE16529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Meowtion</a:t>
            </a:r>
            <a:r>
              <a:rPr lang="en-GB" dirty="0"/>
              <a:t> learns new behaviours defined by the human entirely from the dashboard with no local toolchain.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1FD18-F64A-AFCA-C0F6-20ADECA77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131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80161-C0CF-E654-9776-3E6FC428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C7315-7EC1-DD74-6E94-EDA748DB9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7D6D9-646B-61B2-FEDC-43A8E7A3A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Meowtion</a:t>
            </a:r>
            <a:r>
              <a:rPr lang="en-GB" dirty="0"/>
              <a:t> learns new behaviours defined by the human entirely from the dashboard with no local toolchain.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3E94F-1B36-3508-79B3-8763C9D76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287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5A3EF-5679-8EF8-55F2-0B9FD594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04CED-0A03-FA96-9604-60558E572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ED783-3585-7EDC-FE00-E2DF0C841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C386D-AF3C-845D-104A-D4CFE8FB6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08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05B0-1FC7-0940-FCD3-2CAD9514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F7606-01D3-549F-D3D6-1AF4FBF82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6FAEC-B102-0E5A-05ED-15C054797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26DB0-065C-B660-384E-21CFFBF23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839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6F904-BFB1-A471-1570-476EAA04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6B9E4-8225-066C-3D97-4F5842AA1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02ACA-2FDB-2DE7-3D07-8B64FE249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B21B4-553B-C329-832E-ADD62A212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221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5E0C-0E99-ED67-AFB9-2869FE397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28C36-C6D2-FCA0-8763-393A78705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0E3B6-73C0-D609-868A-23EC52FFF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deliver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C074-E2E0-7C9B-B9B9-09E8EAABE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2567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AF04-9A89-8708-7CB5-6CD6B650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243FC-4F76-9603-599E-48B47E961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83D8E-EA5D-84DF-1E5C-E18B387D1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99AAE-FE45-924A-4A93-85219DA0D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5328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E916-1171-88DF-DE23-48C2B945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7D645-B822-5991-82C1-B12B95A9F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BEE88-1D57-B866-59EB-5F6323782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loop turns the collar from a fixed function sensor into a platform for recognising any behaviour the owner can demonstrate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87E8D-885E-8E50-C244-C2533CAC7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771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1991-1025-E7A1-CBCC-FCF5D035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02692-FB5D-D463-4784-D4E35AE9D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D02E-FCD1-0796-36E1-58F2B1BA1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Training runs in the train Python cloud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8806F-1022-B6E5-95AA-2256995DC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4895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1D65-F55A-5D35-B281-E5D234E2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D2B1D-1CAD-9399-C8C5-18BFDC7C5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74ACC-D4D2-C082-4B98-06C5552FC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reads the account’s labelled clips and derives the class set directly from the labels present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83B8-5F2E-6344-A15D-E3E1E519A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2116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2387-CD13-E402-8BA9-8685BC16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56A48-6A81-2E0C-0A0B-9094031FC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769E6-B130-1A94-57F8-1669FDE2D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then trains the two cascade stages independently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1414F-FC95-12BB-FBCA-AF03CE488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440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CCAB-8597-BC17-5228-EA8C7F37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2D024-ED56-673B-3301-953A497CA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DF215-110C-325D-D8A7-4BC44178D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then trains the two cascade stages independently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11455-E0EF-AC1F-C534-56C2D817F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6439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4D3C-BE71-852C-09ED-A3B3232F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865DF-5654-79D1-000C-99AC5E527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23DAA-C83A-D569-A6B5-83A05CFED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whole path, from the training trigger to the model running on the collar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59632-775E-766E-D0EA-F5FC36944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AFE21-92E6-4E35-9DA5-1B88D5F6031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75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35DD-F1C9-F254-8001-37696E3C1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A99E4-A171-F321-D8D5-1A779C281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B0762-F176-C5B2-47A7-A599474C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4DAA-28BA-EE65-8457-1CC8B31A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F5F36-3D46-16DD-238A-CC91AE4F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23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FE84-9D39-2773-1636-985089C7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72E83-D73F-E0CC-A74B-41A74D4F9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69560-C35F-EEB2-C55D-495AA6E6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E5856-0AA8-498A-AD9B-D1A6560F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39595-3512-7C17-BE2D-F0B976AA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75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233C-BC8E-E9E5-B71B-369307D48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7394F-43DD-1828-9AC3-AA84892FF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C193-3195-4305-8A1C-E7FFB49C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0A0A1-4DC5-CC17-6D9C-ADC460FC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3C57C-35A8-CEA2-3CBF-9230C3B3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73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11CE-0754-8DA1-9338-9A6601E8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01C5C-2652-2E07-56DD-8FFA49A6D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CBB7C-2069-6839-4E48-D835320EA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8BFC0-8AA7-1891-F7DB-52A47978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B9AD0-B8FB-9468-2861-63E13656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E3830-F6FF-746B-D407-7EE06572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5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8750-6910-1AB9-F9E3-DF1E5C8E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93F4A-52DC-6BFA-1F69-627B02658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1474B-AC6F-93B9-256B-606A106DF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851F7E-DFF5-2445-B9BE-A7B0434FF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3B1B78-675B-875E-3804-E0EBD63B2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F37C1-05D9-C796-4D99-4F5D8367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17BAF9-D0D1-B982-436D-14AA12ED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77A6-78FC-68FD-714E-8DA71DA3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45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C10C-00D3-F6CF-D38E-DC2E629A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10264-6FB7-49EA-5AA9-43A6D4B6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CF7A0-C39D-B50B-81D5-C1C74098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15D72-7AC2-B901-8B00-39250C71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60F60-8699-8DB6-81D3-7BDA67E6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18543-11B4-5258-83FD-75A8AB0B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5E71-1DDE-A6EC-9C01-7DD12943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82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459E-7928-4850-291E-06D6CE6C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7DCEB-E042-5AE3-7EBA-67614114D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128E3-F580-2AFE-2245-678C309F3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7D2B4-F914-DB4C-F7FF-A62577CC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8590F-EF61-35D5-8FE7-C16EDE7D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473E1-E0E6-C64F-88A1-3CD170DC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05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F39F-CC4A-A15F-8E24-F469310E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9BD08-B230-CF9A-041B-4C0FE0A31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CC9D3-185D-AFF6-C6B1-C15D61191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12023-85E1-68F5-FDAA-E3E5C35D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CF348-62A1-04E7-5B85-F7F1DC96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3EFA8-74BD-418F-C099-EBA49079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80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369B-EBE5-99CE-3AA0-DBE06A2B5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BC16F-1E1E-E215-3B49-8C9D85DB0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0D762-5342-C1D2-E83C-95B6849E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1ACC5-9E37-4E32-C7F5-32E57B47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38B22-EDB1-58AD-EAC7-8E4B6FC6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8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CDE0F-B500-6512-128E-A8F820F30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7F553-56F3-12DD-7484-D4E4132FE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B270C-7064-FFCC-AA42-63DE036D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14595-EE2B-1FDD-2126-C7BBD24B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0BCB-0C1D-D701-AABA-4EBDC0C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4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38ABB-FEAF-288D-B6E3-0DE78E55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E176F-3952-6E86-8CC4-4C3EC4732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9C155-CF40-A0A6-7562-793FB9D8B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7F460-034B-47E0-9AA5-103A0056B6DF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E97F6-B616-6A11-BFCF-24B64417A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1765B-BE93-43C4-28B5-8615F8BF6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2BBA1-0A15-4729-9227-D13341D41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51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6.svg"/><Relationship Id="rId4" Type="http://schemas.openxmlformats.org/officeDocument/2006/relationships/image" Target="../media/image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ABE60-483A-08D3-8B2F-4DCA336D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D19630-2C80-3EFB-0B3F-37D3A24A7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AB4FDB-8769-D0EA-3A29-DD962F8FC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53D5092-E298-20E2-BB8D-CD93C4AEC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297D7DB4-5750-E639-F1E6-6D6838F97F8D}"/>
              </a:ext>
            </a:extLst>
          </p:cNvPr>
          <p:cNvSpPr txBox="1">
            <a:spLocks/>
          </p:cNvSpPr>
          <p:nvPr/>
        </p:nvSpPr>
        <p:spPr>
          <a:xfrm>
            <a:off x="3283267" y="2608193"/>
            <a:ext cx="5625466" cy="1354208"/>
          </a:xfrm>
          <a:prstGeom prst="rect">
            <a:avLst/>
          </a:prstGeo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ON-DEVICE AI</a:t>
            </a:r>
          </a:p>
        </p:txBody>
      </p:sp>
    </p:spTree>
    <p:extLst>
      <p:ext uri="{BB962C8B-B14F-4D97-AF65-F5344CB8AC3E}">
        <p14:creationId xmlns:p14="http://schemas.microsoft.com/office/powerpoint/2010/main" val="128051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4C46A-B256-DBD5-D2CD-75083056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13FD9-6814-A2B2-B2A3-831B3E2F4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F1B845-EA7D-7B03-273F-3F1D07078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251C60-3514-6405-5766-06106DE42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C0E698-76DF-FF79-530E-33E356E42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77" y="1831926"/>
            <a:ext cx="10355045" cy="2217561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21977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7E5DD-8E65-01B0-2521-A6DB0C48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410AAB-13A3-57F3-F44F-5962B8214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264F3F-1044-D46C-8E2F-345A8FEFD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ADB0F9A-2A42-E9EC-8924-09963702C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496AA5-08C8-CF16-C1A6-E198D6304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153" y="532120"/>
            <a:ext cx="6763694" cy="478221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25641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753AA-A39F-FC8F-B71C-7DEAFBA6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2B845E-8CD5-3BAD-729D-B57AE14E8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53" y="532120"/>
            <a:ext cx="6763694" cy="478221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D282AE7-D20A-AA5A-43BC-346AED87D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D249B4-6008-2E3C-0D14-1E0F06DE5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7787368-2576-2D5C-1D2C-5764E14DE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FF5C08C9-9434-D58B-08F2-9A8AC2B04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2460" y="19312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9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14551-5A99-1BE2-47E3-D41B62BE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8A7A8F-626B-9084-E4A6-678EC3040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53" y="532120"/>
            <a:ext cx="6763694" cy="478221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6B74B5-AEE7-238D-E035-6381B9E13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7CCD44-C641-21BB-3853-6A0E05A7A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7291EED-DACD-B29E-6ADD-0DA0E06C8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14D9269B-1BE3-C4D7-557A-0741FE80E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2460" y="1931204"/>
            <a:ext cx="914400" cy="914400"/>
          </a:xfrm>
          <a:prstGeom prst="rect">
            <a:avLst/>
          </a:prstGeom>
        </p:spPr>
      </p:pic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7595D473-4293-1BB4-1FE1-70ED2E0EA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242935" y="27775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7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605D5-826A-0BE2-350F-E24FEE78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34DD78-AA07-CB70-A32E-0ABB332D4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4FC233-6C19-6986-301C-326F757D6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595E1D-A947-E816-9884-2E9247640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Graphic 10" descr="Decision chart with solid fill">
            <a:extLst>
              <a:ext uri="{FF2B5EF4-FFF2-40B4-BE49-F238E27FC236}">
                <a16:creationId xmlns:a16="http://schemas.microsoft.com/office/drawing/2014/main" id="{15FC0842-7F03-DF4E-B104-EABDD21A3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387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CDAF7-2FFD-F192-640F-65322CE9F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04D60C-3F14-0B74-C831-62FE65AE5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B00A65-845D-AC66-257A-CDF831C91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1269041-648F-13C1-ED64-8E2ED6DC2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Graphic 10" descr="Circles with arrows with solid fill">
            <a:extLst>
              <a:ext uri="{FF2B5EF4-FFF2-40B4-BE49-F238E27FC236}">
                <a16:creationId xmlns:a16="http://schemas.microsoft.com/office/drawing/2014/main" id="{92C165E2-2D1A-AF14-C76F-ECF603B43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396" y="2514600"/>
            <a:ext cx="914400" cy="914400"/>
          </a:xfrm>
          <a:prstGeom prst="rect">
            <a:avLst/>
          </a:prstGeom>
        </p:spPr>
      </p:pic>
      <p:pic>
        <p:nvPicPr>
          <p:cNvPr id="13" name="Graphic 12" descr="Run with solid fill">
            <a:extLst>
              <a:ext uri="{FF2B5EF4-FFF2-40B4-BE49-F238E27FC236}">
                <a16:creationId xmlns:a16="http://schemas.microsoft.com/office/drawing/2014/main" id="{CA6E79DC-18B9-26BA-9A51-7BC55918E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273" y="2514600"/>
            <a:ext cx="914400" cy="914400"/>
          </a:xfrm>
          <a:prstGeom prst="rect">
            <a:avLst/>
          </a:prstGeom>
        </p:spPr>
      </p:pic>
      <p:pic>
        <p:nvPicPr>
          <p:cNvPr id="15" name="Graphic 14" descr="Decision chart with solid fill">
            <a:extLst>
              <a:ext uri="{FF2B5EF4-FFF2-40B4-BE49-F238E27FC236}">
                <a16:creationId xmlns:a16="http://schemas.microsoft.com/office/drawing/2014/main" id="{31515261-1F5D-0232-87D4-0A0AC3F32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87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22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FFCAC-4749-C99F-299C-CFD47A44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2A0321-6201-808D-B32A-9514FDE47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DB4267-EA7F-32E3-A9C5-779648ACB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A663DF6-DF88-4345-A8FD-AFB8EC48D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Graphic 5" descr="Circles with arrows with solid fill">
            <a:extLst>
              <a:ext uri="{FF2B5EF4-FFF2-40B4-BE49-F238E27FC236}">
                <a16:creationId xmlns:a16="http://schemas.microsoft.com/office/drawing/2014/main" id="{EAA90698-2F77-6133-57EB-D20D1E0B1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396" y="2514600"/>
            <a:ext cx="914400" cy="914400"/>
          </a:xfrm>
          <a:prstGeom prst="rect">
            <a:avLst/>
          </a:prstGeom>
        </p:spPr>
      </p:pic>
      <p:pic>
        <p:nvPicPr>
          <p:cNvPr id="8" name="Graphic 7" descr="Run with solid fill">
            <a:extLst>
              <a:ext uri="{FF2B5EF4-FFF2-40B4-BE49-F238E27FC236}">
                <a16:creationId xmlns:a16="http://schemas.microsoft.com/office/drawing/2014/main" id="{12BE1371-898D-7658-2311-12E07F0B9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273" y="2514600"/>
            <a:ext cx="914400" cy="914400"/>
          </a:xfrm>
          <a:prstGeom prst="rect">
            <a:avLst/>
          </a:prstGeom>
        </p:spPr>
      </p:pic>
      <p:pic>
        <p:nvPicPr>
          <p:cNvPr id="7" name="Graphic 6" descr="Decision chart with solid fill">
            <a:extLst>
              <a:ext uri="{FF2B5EF4-FFF2-40B4-BE49-F238E27FC236}">
                <a16:creationId xmlns:a16="http://schemas.microsoft.com/office/drawing/2014/main" id="{D1A91A7B-C7B3-0C44-FABB-135EABA7F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87" y="2514600"/>
            <a:ext cx="914400" cy="914400"/>
          </a:xfrm>
          <a:prstGeom prst="rect">
            <a:avLst/>
          </a:prstGeom>
        </p:spPr>
      </p:pic>
      <p:pic>
        <p:nvPicPr>
          <p:cNvPr id="11" name="Graphic 10" descr="Arrow Down with solid fill">
            <a:extLst>
              <a:ext uri="{FF2B5EF4-FFF2-40B4-BE49-F238E27FC236}">
                <a16:creationId xmlns:a16="http://schemas.microsoft.com/office/drawing/2014/main" id="{FF02C9A1-378C-3BAF-3CA5-0572F5256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06812" y="2514600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Clockwise curve with solid fill">
            <a:extLst>
              <a:ext uri="{FF2B5EF4-FFF2-40B4-BE49-F238E27FC236}">
                <a16:creationId xmlns:a16="http://schemas.microsoft.com/office/drawing/2014/main" id="{29BE0E9F-F1DC-08E0-B0CB-FFEFE473B3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1405" y="2514600"/>
            <a:ext cx="914400" cy="914400"/>
          </a:xfrm>
          <a:prstGeom prst="rect">
            <a:avLst/>
          </a:prstGeom>
        </p:spPr>
      </p:pic>
      <p:pic>
        <p:nvPicPr>
          <p:cNvPr id="15" name="Graphic 14" descr="Line arrow: Clockwise curve with solid fill">
            <a:extLst>
              <a:ext uri="{FF2B5EF4-FFF2-40B4-BE49-F238E27FC236}">
                <a16:creationId xmlns:a16="http://schemas.microsoft.com/office/drawing/2014/main" id="{D7C1F315-33C7-8F63-5C18-63B5A1733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3983095">
            <a:off x="8610600" y="2514600"/>
            <a:ext cx="914400" cy="914400"/>
          </a:xfrm>
          <a:prstGeom prst="rect">
            <a:avLst/>
          </a:prstGeom>
        </p:spPr>
      </p:pic>
      <p:pic>
        <p:nvPicPr>
          <p:cNvPr id="17" name="Graphic 16" descr="Stream with solid fill">
            <a:extLst>
              <a:ext uri="{FF2B5EF4-FFF2-40B4-BE49-F238E27FC236}">
                <a16:creationId xmlns:a16="http://schemas.microsoft.com/office/drawing/2014/main" id="{348B1D95-B406-1146-BD0D-EFED5463AA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64213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3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FD4D5-0153-5A2A-C5FD-5CF4651E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B07583-6B42-D238-BF3D-EC013A56E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3E5DB7-37A2-FAB1-E9B8-EAFF8E2F1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439C7A8-E2C6-EE96-AC89-7E44F4BA7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Graphic 3" descr="Piggy Bank with solid fill">
            <a:extLst>
              <a:ext uri="{FF2B5EF4-FFF2-40B4-BE49-F238E27FC236}">
                <a16:creationId xmlns:a16="http://schemas.microsoft.com/office/drawing/2014/main" id="{FEF88B28-5F19-A2C5-0BCB-B8738BE89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042" y="1712042"/>
            <a:ext cx="3433916" cy="343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2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260C4-A5B1-1A5F-EF90-8C9CAE72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5F805E-6D6D-2814-0DC5-509DB60BF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3667BD-28E2-71F7-6FE2-81BBC15F9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FC3D8F4-A432-5CA1-F268-EFE93A55D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Graphic 5" descr="Power with solid fill">
            <a:extLst>
              <a:ext uri="{FF2B5EF4-FFF2-40B4-BE49-F238E27FC236}">
                <a16:creationId xmlns:a16="http://schemas.microsoft.com/office/drawing/2014/main" id="{11ED8323-9F18-9CBB-7436-06B34FB0A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0826" y="1973826"/>
            <a:ext cx="2910348" cy="291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7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59DA8-8800-AC4B-E87D-08C9379F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45FDAB-43FF-C25C-494B-0690A5E6A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85AECD-076E-0867-135F-19C9270A2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0E6A86-9512-38DB-7250-AAB953FCB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Graphic 3" descr="Body builder with solid fill">
            <a:extLst>
              <a:ext uri="{FF2B5EF4-FFF2-40B4-BE49-F238E27FC236}">
                <a16:creationId xmlns:a16="http://schemas.microsoft.com/office/drawing/2014/main" id="{889877A5-0407-3B33-9406-A64605A2D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2116" y="1605116"/>
            <a:ext cx="3647768" cy="364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3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55C34-1683-701C-6F86-46B63911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B739CD1-6BF6-567D-6613-9510842E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53" y="532120"/>
            <a:ext cx="6763694" cy="478221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40C835-E409-852D-418B-57F0CBD83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77AF49-D9F2-A94F-0173-A0610AB98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51C3722-1C4E-BA66-9133-EFC83102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41AF5EFA-B273-99F0-B2B3-202CC3411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86430">
            <a:off x="6900471" y="710555"/>
            <a:ext cx="1607925" cy="1607925"/>
          </a:xfrm>
          <a:prstGeom prst="rect">
            <a:avLst/>
          </a:prstGeom>
        </p:spPr>
      </p:pic>
      <p:pic>
        <p:nvPicPr>
          <p:cNvPr id="11" name="Graphic 10" descr="Line arrow: Anti-clockwise curve with solid fill">
            <a:extLst>
              <a:ext uri="{FF2B5EF4-FFF2-40B4-BE49-F238E27FC236}">
                <a16:creationId xmlns:a16="http://schemas.microsoft.com/office/drawing/2014/main" id="{0320943A-E56C-DDE7-EBF5-4BEA94B13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29567">
            <a:off x="6519810" y="21151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9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EE1D3-C1F9-058F-5ACD-EEFD5514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395F80-5500-0979-69B7-AE585D0D0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53" y="532120"/>
            <a:ext cx="6763694" cy="478221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5A8AF1B-423C-5E81-6193-DA9E91958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A088AB-9555-1841-2224-405CC35E7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341E6C1-41DD-7A71-D843-5491825A9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6702D7E7-0CF1-0393-6C49-948FE6B67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102578">
            <a:off x="8685042" y="2039837"/>
            <a:ext cx="1427767" cy="1427767"/>
          </a:xfrm>
          <a:prstGeom prst="rect">
            <a:avLst/>
          </a:prstGeom>
        </p:spPr>
      </p:pic>
      <p:pic>
        <p:nvPicPr>
          <p:cNvPr id="8" name="Graphic 7" descr="Line arrow: Anti-clockwise curve with solid fill">
            <a:extLst>
              <a:ext uri="{FF2B5EF4-FFF2-40B4-BE49-F238E27FC236}">
                <a16:creationId xmlns:a16="http://schemas.microsoft.com/office/drawing/2014/main" id="{5BD179CD-B96A-B479-3E4D-A335886A2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131982">
            <a:off x="8271515" y="338398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67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1D1B8-0E85-AB37-31AC-D749C78E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A3A89B-0650-262A-BD08-63C1642B6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339697-6229-5F89-5A46-139681062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7120FD-444F-FE4D-8ABB-F97F056D8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74C821-CDD5-17B1-9D23-F008618B5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051" y="1150672"/>
            <a:ext cx="5887897" cy="413662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77646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8D3B7-DED8-C474-80AA-69576ECD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070F44-7D23-5952-2BD3-A65C3DE7F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C39A0A-4A16-6B8F-0CD4-D7E5EE4A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A7E9EAA-556A-1AF6-8CAE-C46FD6E17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CA1B00-DC89-946B-A425-F2D8CCA84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048" y="2880360"/>
            <a:ext cx="9007904" cy="1097280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76985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CFDE1-AB03-F95A-F747-1113AF7A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9166F0-0366-D5D9-1CAF-3EE42B8D1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8B861B-2BFE-CEA9-3482-14BAD60B1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27E341-2597-AD6B-C5FB-820D9BD80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Graphic 3" descr="Toy Train with solid fill">
            <a:extLst>
              <a:ext uri="{FF2B5EF4-FFF2-40B4-BE49-F238E27FC236}">
                <a16:creationId xmlns:a16="http://schemas.microsoft.com/office/drawing/2014/main" id="{2D3AED1E-31DA-6605-312E-50F6CD695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2212" y="1915212"/>
            <a:ext cx="3027575" cy="3027575"/>
          </a:xfrm>
          <a:prstGeom prst="rect">
            <a:avLst/>
          </a:prstGeom>
        </p:spPr>
      </p:pic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524C4850-DDCB-30DE-40B4-360E5AEBB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86430">
            <a:off x="6287728" y="591205"/>
            <a:ext cx="1607925" cy="160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1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FF69D-065B-1FB8-1810-BD2A224D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9BDA00-B696-0AF2-3B1D-D75D86DC8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E5A892-E9E2-48EE-D10A-5B3E53B49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C6E0860-8696-6006-2523-11B50B228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2C4736-FDB2-BFB4-085E-913FA8C1A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940" y="1469707"/>
            <a:ext cx="5532119" cy="391858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33938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31947-F291-7164-66D4-0B6B6527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3A321D-AF80-49CD-FCB8-9DE2DF14B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DEF49A-C139-A04B-5D83-90F421418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B88A8D5-CF65-BB1C-64AA-AB1AC93E7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D512B3-3C4C-CF1B-B02F-240650DFCC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760"/>
          <a:stretch>
            <a:fillRect/>
          </a:stretch>
        </p:blipFill>
        <p:spPr>
          <a:xfrm>
            <a:off x="3146101" y="1399969"/>
            <a:ext cx="5899798" cy="175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93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A9721-D495-6E50-6F54-3E40E29C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F12781-FEE3-DF69-2849-43096A2E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63AB66-AED8-A9BA-E9F8-E14C36183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CA9800F-669E-194F-9BEB-B88AF4647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6BFB1A-6813-C3C4-0E13-6971FD125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057"/>
          <a:stretch>
            <a:fillRect/>
          </a:stretch>
        </p:blipFill>
        <p:spPr>
          <a:xfrm>
            <a:off x="3146101" y="1399969"/>
            <a:ext cx="5899798" cy="218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00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D358C-D3ED-DDEF-5D14-0772F7EA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1D1EF2-CD98-DDB1-3E79-DAB5BDFEF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FAF24F-92CE-12BE-C3DF-076B25612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1606602-AE97-F808-D86E-D61B93651C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B3AF0F-5B81-34DE-85BC-AFB81A0CD8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044"/>
          <a:stretch>
            <a:fillRect/>
          </a:stretch>
        </p:blipFill>
        <p:spPr>
          <a:xfrm>
            <a:off x="3146101" y="1399969"/>
            <a:ext cx="5899798" cy="255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73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CC50D-0EDE-2152-F734-A84EFF69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2F5C3D-5206-0CD1-7533-AD9C0EEFA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3BB0-2409-865C-0015-47F9DC799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61D4F80-BC5D-6FAB-B823-21737D430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688FE4-5BA3-40A5-57F3-850EDDE6BF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773"/>
          <a:stretch>
            <a:fillRect/>
          </a:stretch>
        </p:blipFill>
        <p:spPr>
          <a:xfrm>
            <a:off x="3146101" y="1399969"/>
            <a:ext cx="5899798" cy="313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93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AAD15-CDDF-AC3F-FA0F-1ACC64EE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C033B1-3E54-FE9F-A815-081124658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F33263-7F7E-1852-1155-95763DC57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A5B72E-A5E2-C841-444D-937C2479E6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37C7F3-8303-94D5-7819-9FC7E62939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28"/>
          <a:stretch>
            <a:fillRect/>
          </a:stretch>
        </p:blipFill>
        <p:spPr>
          <a:xfrm>
            <a:off x="3146101" y="1399969"/>
            <a:ext cx="5899798" cy="36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96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96459-4FA7-33D7-8CBD-D86C4179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0AD18E-15B1-BBE5-75C0-32640C257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C9C045-06CA-3F33-2951-AE8C6837A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C6F644-26ED-56E9-6BA7-5951C6B9C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2B015B-6406-B122-0361-B2E18BE96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101" y="1399969"/>
            <a:ext cx="5899798" cy="4058062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029655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203D1-248B-87C8-CCF7-0CE18D20C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6AC491-9142-E9F1-0732-C68907E06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A5CF8F-BFB6-EAFE-E895-AAA398A32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450887-DE16-6014-8F5B-670FFC557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78DD72-C53B-DF36-A667-B3C626B29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487" y="772543"/>
            <a:ext cx="5815025" cy="436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60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B1E3A-27F3-C3C4-481C-1B57E488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98542D-20BE-36DE-4F2D-407590F1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645" y="542537"/>
            <a:ext cx="5874710" cy="4659253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CB0F77F-7324-2B62-B752-0AB6E805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8D0C9E-BF24-E87A-9657-41C96330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CE6CBAE-1651-8BF3-59BD-F399ED07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Graphic 10" descr="Line arrow: Straight with solid fill">
            <a:extLst>
              <a:ext uri="{FF2B5EF4-FFF2-40B4-BE49-F238E27FC236}">
                <a16:creationId xmlns:a16="http://schemas.microsoft.com/office/drawing/2014/main" id="{2CC9EAF7-195D-5CE7-1DD1-9CC4EDC82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3077" y="13409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62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0C9A0-06B8-B353-A2A5-1485E29C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1D21BF-7776-F60B-8238-0715AD42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645" y="542537"/>
            <a:ext cx="5874710" cy="4659253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C4C18EC-25D1-CBB2-0C9D-DBB63F5A1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5D8526-043E-7805-B807-44193BDC8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6739A4F-13D2-8AE2-EBDA-C2CB4FD8E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Graphic 10" descr="Line arrow: Straight with solid fill">
            <a:extLst>
              <a:ext uri="{FF2B5EF4-FFF2-40B4-BE49-F238E27FC236}">
                <a16:creationId xmlns:a16="http://schemas.microsoft.com/office/drawing/2014/main" id="{D23CE62F-F667-9B86-40D5-B93E42E69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3077" y="13409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6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B7319-9780-8AF6-BD1A-B07FBB162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54AC1D-49FE-33A3-BD86-5DEF19B08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EB9FD7-4839-4E7C-D952-57806876B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7B2141-6CBF-B988-C945-34776FBCC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BDC3D5-DE9F-8525-005F-69B636A3C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645" y="542537"/>
            <a:ext cx="5874710" cy="4659253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1939297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A1FDC-8B74-02C3-CF96-6A8543649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174347-49BD-44AC-F91B-A105EC0A8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EB8F6A-CCD2-0287-6E12-AEBAB3C32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013D4E-B853-2339-4936-3C8F856A8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9DFE1-5904-0D99-4A9D-5CE6E0D00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645" y="542537"/>
            <a:ext cx="5874710" cy="4659253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1782405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DD007-02B8-E0BD-2050-296121B4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7A2704-6092-7A74-6128-B9E3BF675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65D833-2DF4-288E-B72B-342B0FA20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E6B0C80-A11C-D19F-69C2-14AEA3878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2E8BC-0EC6-EF81-4837-BBEBF1DC0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645" y="542537"/>
            <a:ext cx="5874710" cy="4659253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265787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384</Words>
  <Application>Microsoft Office PowerPoint</Application>
  <PresentationFormat>Widescreen</PresentationFormat>
  <Paragraphs>116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  <vt:lpstr>Meowtion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Delcour-Min</dc:creator>
  <cp:lastModifiedBy>Rose Delcour-Min</cp:lastModifiedBy>
  <cp:revision>1</cp:revision>
  <dcterms:created xsi:type="dcterms:W3CDTF">2026-06-28T07:27:14Z</dcterms:created>
  <dcterms:modified xsi:type="dcterms:W3CDTF">2026-06-28T17:32:00Z</dcterms:modified>
</cp:coreProperties>
</file>