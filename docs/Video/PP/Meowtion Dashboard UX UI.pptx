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5" r:id="rId2"/>
    <p:sldId id="276" r:id="rId3"/>
    <p:sldId id="277" r:id="rId4"/>
    <p:sldId id="278" r:id="rId5"/>
    <p:sldId id="280" r:id="rId6"/>
    <p:sldId id="281" r:id="rId7"/>
    <p:sldId id="279" r:id="rId8"/>
    <p:sldId id="282" r:id="rId9"/>
    <p:sldId id="283" r:id="rId10"/>
    <p:sldId id="284" r:id="rId11"/>
    <p:sldId id="285" r:id="rId12"/>
    <p:sldId id="286" r:id="rId13"/>
    <p:sldId id="295" r:id="rId14"/>
    <p:sldId id="308" r:id="rId15"/>
    <p:sldId id="296" r:id="rId16"/>
    <p:sldId id="298" r:id="rId17"/>
    <p:sldId id="287" r:id="rId18"/>
    <p:sldId id="288" r:id="rId19"/>
    <p:sldId id="289" r:id="rId20"/>
    <p:sldId id="290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2D111-97A0-426F-94B2-05DB50FAD107}" v="39" dt="2026-07-03T19:09:35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Delcour-Min" userId="566977e6f9e044bc" providerId="LiveId" clId="{0DA36CC1-7F53-477A-BAF6-753A4D788E3F}"/>
    <pc:docChg chg="undo redo custSel addSld delSld modSld sldOrd">
      <pc:chgData name="Rose Delcour-Min" userId="566977e6f9e044bc" providerId="LiveId" clId="{0DA36CC1-7F53-477A-BAF6-753A4D788E3F}" dt="2026-07-03T19:09:59.480" v="1152" actId="47"/>
      <pc:docMkLst>
        <pc:docMk/>
      </pc:docMkLst>
      <pc:sldChg chg="del">
        <pc:chgData name="Rose Delcour-Min" userId="566977e6f9e044bc" providerId="LiveId" clId="{0DA36CC1-7F53-477A-BAF6-753A4D788E3F}" dt="2026-07-03T12:17:02.617" v="1" actId="47"/>
        <pc:sldMkLst>
          <pc:docMk/>
          <pc:sldMk cId="3171570488" sldId="256"/>
        </pc:sldMkLst>
      </pc:sldChg>
      <pc:sldChg chg="modSp add mod">
        <pc:chgData name="Rose Delcour-Min" userId="566977e6f9e044bc" providerId="LiveId" clId="{0DA36CC1-7F53-477A-BAF6-753A4D788E3F}" dt="2026-07-03T12:17:27.051" v="28" actId="20577"/>
        <pc:sldMkLst>
          <pc:docMk/>
          <pc:sldMk cId="1280519346" sldId="275"/>
        </pc:sldMkLst>
        <pc:spChg chg="mod">
          <ac:chgData name="Rose Delcour-Min" userId="566977e6f9e044bc" providerId="LiveId" clId="{0DA36CC1-7F53-477A-BAF6-753A4D788E3F}" dt="2026-07-03T12:17:27.051" v="28" actId="20577"/>
          <ac:spMkLst>
            <pc:docMk/>
            <pc:sldMk cId="1280519346" sldId="275"/>
            <ac:spMk id="2" creationId="{297D7DB4-5750-E639-F1E6-6D6838F97F8D}"/>
          </ac:spMkLst>
        </pc:spChg>
      </pc:sldChg>
      <pc:sldChg chg="addSp delSp add mod">
        <pc:chgData name="Rose Delcour-Min" userId="566977e6f9e044bc" providerId="LiveId" clId="{0DA36CC1-7F53-477A-BAF6-753A4D788E3F}" dt="2026-07-03T13:48:01.300" v="1076" actId="22"/>
        <pc:sldMkLst>
          <pc:docMk/>
          <pc:sldMk cId="894801792" sldId="276"/>
        </pc:sldMkLst>
        <pc:spChg chg="del">
          <ac:chgData name="Rose Delcour-Min" userId="566977e6f9e044bc" providerId="LiveId" clId="{0DA36CC1-7F53-477A-BAF6-753A4D788E3F}" dt="2026-07-03T12:18:13.552" v="30" actId="478"/>
          <ac:spMkLst>
            <pc:docMk/>
            <pc:sldMk cId="894801792" sldId="276"/>
            <ac:spMk id="2" creationId="{807E7ADD-C9F0-281F-7557-52A78752D24E}"/>
          </ac:spMkLst>
        </pc:spChg>
        <pc:picChg chg="add">
          <ac:chgData name="Rose Delcour-Min" userId="566977e6f9e044bc" providerId="LiveId" clId="{0DA36CC1-7F53-477A-BAF6-753A4D788E3F}" dt="2026-07-03T13:48:01.300" v="1076" actId="22"/>
          <ac:picMkLst>
            <pc:docMk/>
            <pc:sldMk cId="894801792" sldId="276"/>
            <ac:picMk id="6" creationId="{4CA98208-2A90-56EF-F2C8-9826620870DC}"/>
          </ac:picMkLst>
        </pc:picChg>
      </pc:sldChg>
      <pc:sldChg chg="addSp delSp modSp add mod">
        <pc:chgData name="Rose Delcour-Min" userId="566977e6f9e044bc" providerId="LiveId" clId="{0DA36CC1-7F53-477A-BAF6-753A4D788E3F}" dt="2026-07-03T13:48:39.682" v="1081" actId="1076"/>
        <pc:sldMkLst>
          <pc:docMk/>
          <pc:sldMk cId="1442165312" sldId="277"/>
        </pc:sldMkLst>
        <pc:picChg chg="add del">
          <ac:chgData name="Rose Delcour-Min" userId="566977e6f9e044bc" providerId="LiveId" clId="{0DA36CC1-7F53-477A-BAF6-753A4D788E3F}" dt="2026-07-03T13:02:16.403" v="173" actId="21"/>
          <ac:picMkLst>
            <pc:docMk/>
            <pc:sldMk cId="1442165312" sldId="277"/>
            <ac:picMk id="4" creationId="{C03AD534-9DA3-813C-0051-EA23C9B3F941}"/>
          </ac:picMkLst>
        </pc:picChg>
        <pc:picChg chg="add">
          <ac:chgData name="Rose Delcour-Min" userId="566977e6f9e044bc" providerId="LiveId" clId="{0DA36CC1-7F53-477A-BAF6-753A4D788E3F}" dt="2026-07-03T13:48:11.989" v="1077" actId="22"/>
          <ac:picMkLst>
            <pc:docMk/>
            <pc:sldMk cId="1442165312" sldId="277"/>
            <ac:picMk id="7" creationId="{35E19F52-644B-8A28-B5E2-CF5C436D1AD9}"/>
          </ac:picMkLst>
        </pc:picChg>
        <pc:picChg chg="add mod">
          <ac:chgData name="Rose Delcour-Min" userId="566977e6f9e044bc" providerId="LiveId" clId="{0DA36CC1-7F53-477A-BAF6-753A4D788E3F}" dt="2026-07-03T13:48:32.306" v="1079" actId="1076"/>
          <ac:picMkLst>
            <pc:docMk/>
            <pc:sldMk cId="1442165312" sldId="277"/>
            <ac:picMk id="10" creationId="{A038442F-94B3-7680-B813-1F98988B15EC}"/>
          </ac:picMkLst>
        </pc:picChg>
        <pc:picChg chg="add mod">
          <ac:chgData name="Rose Delcour-Min" userId="566977e6f9e044bc" providerId="LiveId" clId="{0DA36CC1-7F53-477A-BAF6-753A4D788E3F}" dt="2026-07-03T13:48:39.682" v="1081" actId="1076"/>
          <ac:picMkLst>
            <pc:docMk/>
            <pc:sldMk cId="1442165312" sldId="277"/>
            <ac:picMk id="12" creationId="{70E8646F-FF0C-C2AE-C66E-00ACD40E46FD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2:59:26.659" v="88" actId="14861"/>
        <pc:sldMkLst>
          <pc:docMk/>
          <pc:sldMk cId="2375272108" sldId="278"/>
        </pc:sldMkLst>
        <pc:picChg chg="add del mod">
          <ac:chgData name="Rose Delcour-Min" userId="566977e6f9e044bc" providerId="LiveId" clId="{0DA36CC1-7F53-477A-BAF6-753A4D788E3F}" dt="2026-07-03T12:58:57.748" v="82" actId="478"/>
          <ac:picMkLst>
            <pc:docMk/>
            <pc:sldMk cId="2375272108" sldId="278"/>
            <ac:picMk id="2" creationId="{AA618019-4490-2C60-4742-4AEB9BD39481}"/>
          </ac:picMkLst>
        </pc:picChg>
        <pc:picChg chg="add del mod">
          <ac:chgData name="Rose Delcour-Min" userId="566977e6f9e044bc" providerId="LiveId" clId="{0DA36CC1-7F53-477A-BAF6-753A4D788E3F}" dt="2026-07-03T12:58:55.108" v="81" actId="478"/>
          <ac:picMkLst>
            <pc:docMk/>
            <pc:sldMk cId="2375272108" sldId="278"/>
            <ac:picMk id="6" creationId="{E6BD2494-DD35-236B-4CE6-82E06F093F6C}"/>
          </ac:picMkLst>
        </pc:picChg>
        <pc:picChg chg="add mod">
          <ac:chgData name="Rose Delcour-Min" userId="566977e6f9e044bc" providerId="LiveId" clId="{0DA36CC1-7F53-477A-BAF6-753A4D788E3F}" dt="2026-07-03T12:59:26.659" v="88" actId="14861"/>
          <ac:picMkLst>
            <pc:docMk/>
            <pc:sldMk cId="2375272108" sldId="278"/>
            <ac:picMk id="8" creationId="{BC87A2FE-2469-1282-5157-9B444968A0A6}"/>
          </ac:picMkLst>
        </pc:picChg>
      </pc:sldChg>
      <pc:sldChg chg="delSp modSp add mod modNotesTx">
        <pc:chgData name="Rose Delcour-Min" userId="566977e6f9e044bc" providerId="LiveId" clId="{0DA36CC1-7F53-477A-BAF6-753A4D788E3F}" dt="2026-07-03T19:08:00.380" v="1140" actId="20577"/>
        <pc:sldMkLst>
          <pc:docMk/>
          <pc:sldMk cId="3219916602" sldId="279"/>
        </pc:sldMkLst>
        <pc:picChg chg="mod">
          <ac:chgData name="Rose Delcour-Min" userId="566977e6f9e044bc" providerId="LiveId" clId="{0DA36CC1-7F53-477A-BAF6-753A4D788E3F}" dt="2026-07-03T13:01:49.370" v="121" actId="14861"/>
          <ac:picMkLst>
            <pc:docMk/>
            <pc:sldMk cId="3219916602" sldId="279"/>
            <ac:picMk id="2" creationId="{139DBDA4-77A1-833F-CF07-D8EB6F0C5AF5}"/>
          </ac:picMkLst>
        </pc:picChg>
        <pc:picChg chg="del">
          <ac:chgData name="Rose Delcour-Min" userId="566977e6f9e044bc" providerId="LiveId" clId="{0DA36CC1-7F53-477A-BAF6-753A4D788E3F}" dt="2026-07-03T13:01:32.867" v="116" actId="21"/>
          <ac:picMkLst>
            <pc:docMk/>
            <pc:sldMk cId="3219916602" sldId="279"/>
            <ac:picMk id="6" creationId="{D392CD7D-DE92-6C04-6592-E2A2A769D6B3}"/>
          </ac:picMkLst>
        </pc:picChg>
      </pc:sldChg>
      <pc:sldChg chg="addSp delSp modSp add mod">
        <pc:chgData name="Rose Delcour-Min" userId="566977e6f9e044bc" providerId="LiveId" clId="{0DA36CC1-7F53-477A-BAF6-753A4D788E3F}" dt="2026-07-03T13:00:32.771" v="96" actId="1076"/>
        <pc:sldMkLst>
          <pc:docMk/>
          <pc:sldMk cId="1589804753" sldId="280"/>
        </pc:sldMkLst>
        <pc:picChg chg="add del mod">
          <ac:chgData name="Rose Delcour-Min" userId="566977e6f9e044bc" providerId="LiveId" clId="{0DA36CC1-7F53-477A-BAF6-753A4D788E3F}" dt="2026-07-03T13:00:32.771" v="96" actId="1076"/>
          <ac:picMkLst>
            <pc:docMk/>
            <pc:sldMk cId="1589804753" sldId="280"/>
            <ac:picMk id="4" creationId="{51C74AAF-730F-91BD-EFB8-48729A42D647}"/>
          </ac:picMkLst>
        </pc:picChg>
      </pc:sldChg>
      <pc:sldChg chg="addSp modSp add mod">
        <pc:chgData name="Rose Delcour-Min" userId="566977e6f9e044bc" providerId="LiveId" clId="{0DA36CC1-7F53-477A-BAF6-753A4D788E3F}" dt="2026-07-03T13:00:59.410" v="100" actId="22"/>
        <pc:sldMkLst>
          <pc:docMk/>
          <pc:sldMk cId="1364227572" sldId="281"/>
        </pc:sldMkLst>
        <pc:picChg chg="add mod">
          <ac:chgData name="Rose Delcour-Min" userId="566977e6f9e044bc" providerId="LiveId" clId="{0DA36CC1-7F53-477A-BAF6-753A4D788E3F}" dt="2026-07-03T13:00:49.449" v="99" actId="1076"/>
          <ac:picMkLst>
            <pc:docMk/>
            <pc:sldMk cId="1364227572" sldId="281"/>
            <ac:picMk id="4" creationId="{5ADC3F42-D7BB-23D3-46A9-37449F25F51D}"/>
          </ac:picMkLst>
        </pc:picChg>
        <pc:picChg chg="add">
          <ac:chgData name="Rose Delcour-Min" userId="566977e6f9e044bc" providerId="LiveId" clId="{0DA36CC1-7F53-477A-BAF6-753A4D788E3F}" dt="2026-07-03T13:00:59.410" v="100" actId="22"/>
          <ac:picMkLst>
            <pc:docMk/>
            <pc:sldMk cId="1364227572" sldId="281"/>
            <ac:picMk id="7" creationId="{B020AF86-5700-F1FC-8D2E-C54E79CF6B4B}"/>
          </ac:picMkLst>
        </pc:picChg>
      </pc:sldChg>
      <pc:sldChg chg="addSp modSp add mod modNotesTx">
        <pc:chgData name="Rose Delcour-Min" userId="566977e6f9e044bc" providerId="LiveId" clId="{0DA36CC1-7F53-477A-BAF6-753A4D788E3F}" dt="2026-07-03T13:12:06.947" v="504" actId="20577"/>
        <pc:sldMkLst>
          <pc:docMk/>
          <pc:sldMk cId="773582157" sldId="282"/>
        </pc:sldMkLst>
        <pc:picChg chg="add mod">
          <ac:chgData name="Rose Delcour-Min" userId="566977e6f9e044bc" providerId="LiveId" clId="{0DA36CC1-7F53-477A-BAF6-753A4D788E3F}" dt="2026-07-03T13:02:44.905" v="181" actId="14861"/>
          <ac:picMkLst>
            <pc:docMk/>
            <pc:sldMk cId="773582157" sldId="282"/>
            <ac:picMk id="6" creationId="{CB841E0D-5BFE-36E1-B11B-36CF60D29FF5}"/>
          </ac:picMkLst>
        </pc:picChg>
      </pc:sldChg>
      <pc:sldChg chg="addSp delSp modSp add mod ord modNotesTx">
        <pc:chgData name="Rose Delcour-Min" userId="566977e6f9e044bc" providerId="LiveId" clId="{0DA36CC1-7F53-477A-BAF6-753A4D788E3F}" dt="2026-07-03T13:11:48.024" v="454" actId="20577"/>
        <pc:sldMkLst>
          <pc:docMk/>
          <pc:sldMk cId="1670080845" sldId="283"/>
        </pc:sldMkLst>
        <pc:picChg chg="del">
          <ac:chgData name="Rose Delcour-Min" userId="566977e6f9e044bc" providerId="LiveId" clId="{0DA36CC1-7F53-477A-BAF6-753A4D788E3F}" dt="2026-07-03T13:03:13.523" v="185" actId="478"/>
          <ac:picMkLst>
            <pc:docMk/>
            <pc:sldMk cId="1670080845" sldId="283"/>
            <ac:picMk id="2" creationId="{947A6ACF-ACB8-BE9D-0009-317868156CF7}"/>
          </ac:picMkLst>
        </pc:picChg>
        <pc:picChg chg="add mod">
          <ac:chgData name="Rose Delcour-Min" userId="566977e6f9e044bc" providerId="LiveId" clId="{0DA36CC1-7F53-477A-BAF6-753A4D788E3F}" dt="2026-07-03T13:04:18.893" v="192" actId="14861"/>
          <ac:picMkLst>
            <pc:docMk/>
            <pc:sldMk cId="1670080845" sldId="283"/>
            <ac:picMk id="6" creationId="{91A68E24-668A-F074-D9A7-08643FA1683D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11:14.963" v="424" actId="20577"/>
        <pc:sldMkLst>
          <pc:docMk/>
          <pc:sldMk cId="45538576" sldId="284"/>
        </pc:sldMkLst>
        <pc:picChg chg="add mod">
          <ac:chgData name="Rose Delcour-Min" userId="566977e6f9e044bc" providerId="LiveId" clId="{0DA36CC1-7F53-477A-BAF6-753A4D788E3F}" dt="2026-07-03T13:05:31.386" v="198" actId="14861"/>
          <ac:picMkLst>
            <pc:docMk/>
            <pc:sldMk cId="45538576" sldId="284"/>
            <ac:picMk id="4" creationId="{1D9A0B0B-3131-5BED-9B35-51A60653946F}"/>
          </ac:picMkLst>
        </pc:picChg>
        <pc:picChg chg="del">
          <ac:chgData name="Rose Delcour-Min" userId="566977e6f9e044bc" providerId="LiveId" clId="{0DA36CC1-7F53-477A-BAF6-753A4D788E3F}" dt="2026-07-03T13:04:44.172" v="194" actId="478"/>
          <ac:picMkLst>
            <pc:docMk/>
            <pc:sldMk cId="45538576" sldId="284"/>
            <ac:picMk id="6" creationId="{E4D6647A-B220-583C-DFD3-407294D8644D}"/>
          </ac:picMkLst>
        </pc:picChg>
      </pc:sldChg>
      <pc:sldChg chg="addSp delSp modSp add mod">
        <pc:chgData name="Rose Delcour-Min" userId="566977e6f9e044bc" providerId="LiveId" clId="{0DA36CC1-7F53-477A-BAF6-753A4D788E3F}" dt="2026-07-03T13:06:56.768" v="204" actId="14861"/>
        <pc:sldMkLst>
          <pc:docMk/>
          <pc:sldMk cId="143266237" sldId="285"/>
        </pc:sldMkLst>
        <pc:picChg chg="del">
          <ac:chgData name="Rose Delcour-Min" userId="566977e6f9e044bc" providerId="LiveId" clId="{0DA36CC1-7F53-477A-BAF6-753A4D788E3F}" dt="2026-07-03T13:06:48.808" v="200" actId="478"/>
          <ac:picMkLst>
            <pc:docMk/>
            <pc:sldMk cId="143266237" sldId="285"/>
            <ac:picMk id="4" creationId="{1C96C07A-E82F-1C45-D839-EF61A39AD909}"/>
          </ac:picMkLst>
        </pc:picChg>
        <pc:picChg chg="add mod">
          <ac:chgData name="Rose Delcour-Min" userId="566977e6f9e044bc" providerId="LiveId" clId="{0DA36CC1-7F53-477A-BAF6-753A4D788E3F}" dt="2026-07-03T13:06:56.768" v="204" actId="14861"/>
          <ac:picMkLst>
            <pc:docMk/>
            <pc:sldMk cId="143266237" sldId="285"/>
            <ac:picMk id="6" creationId="{E0CE462C-BB5C-2C75-EE2C-7FA66E7DEC8F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17:43.860" v="554" actId="478"/>
        <pc:sldMkLst>
          <pc:docMk/>
          <pc:sldMk cId="2379788954" sldId="286"/>
        </pc:sldMkLst>
        <pc:picChg chg="add mod">
          <ac:chgData name="Rose Delcour-Min" userId="566977e6f9e044bc" providerId="LiveId" clId="{0DA36CC1-7F53-477A-BAF6-753A4D788E3F}" dt="2026-07-03T13:09:23.486" v="213" actId="14861"/>
          <ac:picMkLst>
            <pc:docMk/>
            <pc:sldMk cId="2379788954" sldId="286"/>
            <ac:picMk id="4" creationId="{6ADE2E42-A4E2-19E6-A9AD-0394CF4BCD13}"/>
          </ac:picMkLst>
        </pc:picChg>
        <pc:picChg chg="del">
          <ac:chgData name="Rose Delcour-Min" userId="566977e6f9e044bc" providerId="LiveId" clId="{0DA36CC1-7F53-477A-BAF6-753A4D788E3F}" dt="2026-07-03T13:08:49.249" v="206" actId="478"/>
          <ac:picMkLst>
            <pc:docMk/>
            <pc:sldMk cId="2379788954" sldId="286"/>
            <ac:picMk id="6" creationId="{1D062D68-9533-6CCB-6BC8-3C78C47688BF}"/>
          </ac:picMkLst>
        </pc:picChg>
        <pc:picChg chg="add del mod">
          <ac:chgData name="Rose Delcour-Min" userId="566977e6f9e044bc" providerId="LiveId" clId="{0DA36CC1-7F53-477A-BAF6-753A4D788E3F}" dt="2026-07-03T13:17:43.860" v="554" actId="478"/>
          <ac:picMkLst>
            <pc:docMk/>
            <pc:sldMk cId="2379788954" sldId="286"/>
            <ac:picMk id="8" creationId="{01245289-C5F6-3606-AD27-CB955BE77F2B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15:22.263" v="534" actId="20577"/>
        <pc:sldMkLst>
          <pc:docMk/>
          <pc:sldMk cId="652344104" sldId="287"/>
        </pc:sldMkLst>
        <pc:picChg chg="del">
          <ac:chgData name="Rose Delcour-Min" userId="566977e6f9e044bc" providerId="LiveId" clId="{0DA36CC1-7F53-477A-BAF6-753A4D788E3F}" dt="2026-07-03T13:10:55.935" v="416" actId="478"/>
          <ac:picMkLst>
            <pc:docMk/>
            <pc:sldMk cId="652344104" sldId="287"/>
            <ac:picMk id="4" creationId="{3D9B523A-71D1-3182-AA2A-7B328564CCA4}"/>
          </ac:picMkLst>
        </pc:picChg>
        <pc:picChg chg="add mod">
          <ac:chgData name="Rose Delcour-Min" userId="566977e6f9e044bc" providerId="LiveId" clId="{0DA36CC1-7F53-477A-BAF6-753A4D788E3F}" dt="2026-07-03T13:13:24.432" v="514" actId="14861"/>
          <ac:picMkLst>
            <pc:docMk/>
            <pc:sldMk cId="652344104" sldId="287"/>
            <ac:picMk id="6" creationId="{5F5AB89D-B4C8-32B1-6C27-F9505F52F361}"/>
          </ac:picMkLst>
        </pc:picChg>
      </pc:sldChg>
      <pc:sldChg chg="addSp modSp add mod modNotesTx">
        <pc:chgData name="Rose Delcour-Min" userId="566977e6f9e044bc" providerId="LiveId" clId="{0DA36CC1-7F53-477A-BAF6-753A4D788E3F}" dt="2026-07-03T13:13:59.769" v="518" actId="20577"/>
        <pc:sldMkLst>
          <pc:docMk/>
          <pc:sldMk cId="1737986624" sldId="288"/>
        </pc:sldMkLst>
        <pc:picChg chg="add mod">
          <ac:chgData name="Rose Delcour-Min" userId="566977e6f9e044bc" providerId="LiveId" clId="{0DA36CC1-7F53-477A-BAF6-753A4D788E3F}" dt="2026-07-03T13:13:54.701" v="517" actId="1076"/>
          <ac:picMkLst>
            <pc:docMk/>
            <pc:sldMk cId="1737986624" sldId="288"/>
            <ac:picMk id="4" creationId="{354C647D-C2ED-6451-6D93-099452B32CE4}"/>
          </ac:picMkLst>
        </pc:picChg>
      </pc:sldChg>
      <pc:sldChg chg="addSp modSp add mod modNotesTx">
        <pc:chgData name="Rose Delcour-Min" userId="566977e6f9e044bc" providerId="LiveId" clId="{0DA36CC1-7F53-477A-BAF6-753A4D788E3F}" dt="2026-07-03T13:14:44.747" v="525" actId="20577"/>
        <pc:sldMkLst>
          <pc:docMk/>
          <pc:sldMk cId="3292663940" sldId="289"/>
        </pc:sldMkLst>
        <pc:picChg chg="add mod">
          <ac:chgData name="Rose Delcour-Min" userId="566977e6f9e044bc" providerId="LiveId" clId="{0DA36CC1-7F53-477A-BAF6-753A4D788E3F}" dt="2026-07-03T13:14:28.830" v="523" actId="1076"/>
          <ac:picMkLst>
            <pc:docMk/>
            <pc:sldMk cId="3292663940" sldId="289"/>
            <ac:picMk id="7" creationId="{70546ED9-951F-7948-9C3D-116610D2474A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15:46.578" v="539" actId="20577"/>
        <pc:sldMkLst>
          <pc:docMk/>
          <pc:sldMk cId="1328909437" sldId="290"/>
        </pc:sldMkLst>
        <pc:spChg chg="add del">
          <ac:chgData name="Rose Delcour-Min" userId="566977e6f9e044bc" providerId="LiveId" clId="{0DA36CC1-7F53-477A-BAF6-753A4D788E3F}" dt="2026-07-03T13:14:48.631" v="527" actId="22"/>
          <ac:spMkLst>
            <pc:docMk/>
            <pc:sldMk cId="1328909437" sldId="290"/>
            <ac:spMk id="8" creationId="{D30E8EE8-FF48-F2E4-05CA-182059B2922E}"/>
          </ac:spMkLst>
        </pc:spChg>
        <pc:picChg chg="add mod">
          <ac:chgData name="Rose Delcour-Min" userId="566977e6f9e044bc" providerId="LiveId" clId="{0DA36CC1-7F53-477A-BAF6-753A4D788E3F}" dt="2026-07-03T13:15:06.088" v="533" actId="1076"/>
          <ac:picMkLst>
            <pc:docMk/>
            <pc:sldMk cId="1328909437" sldId="290"/>
            <ac:picMk id="11" creationId="{12E43A4D-85EE-624F-9A03-DF68E9720496}"/>
          </ac:picMkLst>
        </pc:picChg>
      </pc:sldChg>
      <pc:sldChg chg="addSp delSp add del mod modNotesTx">
        <pc:chgData name="Rose Delcour-Min" userId="566977e6f9e044bc" providerId="LiveId" clId="{0DA36CC1-7F53-477A-BAF6-753A4D788E3F}" dt="2026-07-03T13:19:29.032" v="576" actId="47"/>
        <pc:sldMkLst>
          <pc:docMk/>
          <pc:sldMk cId="3534365478" sldId="291"/>
        </pc:sldMkLst>
        <pc:spChg chg="add del">
          <ac:chgData name="Rose Delcour-Min" userId="566977e6f9e044bc" providerId="LiveId" clId="{0DA36CC1-7F53-477A-BAF6-753A4D788E3F}" dt="2026-07-03T13:16:58.674" v="549" actId="22"/>
          <ac:spMkLst>
            <pc:docMk/>
            <pc:sldMk cId="3534365478" sldId="291"/>
            <ac:spMk id="6" creationId="{F7A573CA-04A6-6EE3-2EFD-1FA56975F4FA}"/>
          </ac:spMkLst>
        </pc:spChg>
      </pc:sldChg>
      <pc:sldChg chg="add del">
        <pc:chgData name="Rose Delcour-Min" userId="566977e6f9e044bc" providerId="LiveId" clId="{0DA36CC1-7F53-477A-BAF6-753A4D788E3F}" dt="2026-07-03T13:19:40.056" v="583" actId="47"/>
        <pc:sldMkLst>
          <pc:docMk/>
          <pc:sldMk cId="1824599775" sldId="292"/>
        </pc:sldMkLst>
      </pc:sldChg>
      <pc:sldChg chg="add del">
        <pc:chgData name="Rose Delcour-Min" userId="566977e6f9e044bc" providerId="LiveId" clId="{0DA36CC1-7F53-477A-BAF6-753A4D788E3F}" dt="2026-07-03T13:19:17.490" v="574" actId="47"/>
        <pc:sldMkLst>
          <pc:docMk/>
          <pc:sldMk cId="2801547746" sldId="293"/>
        </pc:sldMkLst>
      </pc:sldChg>
      <pc:sldChg chg="add del">
        <pc:chgData name="Rose Delcour-Min" userId="566977e6f9e044bc" providerId="LiveId" clId="{0DA36CC1-7F53-477A-BAF6-753A4D788E3F}" dt="2026-07-03T13:19:19.218" v="575" actId="47"/>
        <pc:sldMkLst>
          <pc:docMk/>
          <pc:sldMk cId="2904171448" sldId="294"/>
        </pc:sldMkLst>
      </pc:sldChg>
      <pc:sldChg chg="addSp delSp modSp add mod modNotesTx">
        <pc:chgData name="Rose Delcour-Min" userId="566977e6f9e044bc" providerId="LiveId" clId="{0DA36CC1-7F53-477A-BAF6-753A4D788E3F}" dt="2026-07-03T19:08:56.373" v="1143" actId="478"/>
        <pc:sldMkLst>
          <pc:docMk/>
          <pc:sldMk cId="4105786333" sldId="295"/>
        </pc:sldMkLst>
        <pc:spChg chg="add del">
          <ac:chgData name="Rose Delcour-Min" userId="566977e6f9e044bc" providerId="LiveId" clId="{0DA36CC1-7F53-477A-BAF6-753A4D788E3F}" dt="2026-07-03T13:18:01.614" v="557" actId="22"/>
          <ac:spMkLst>
            <pc:docMk/>
            <pc:sldMk cId="4105786333" sldId="295"/>
            <ac:spMk id="6" creationId="{A9B27D3B-1876-7622-34C8-3340472071D9}"/>
          </ac:spMkLst>
        </pc:spChg>
        <pc:picChg chg="add del">
          <ac:chgData name="Rose Delcour-Min" userId="566977e6f9e044bc" providerId="LiveId" clId="{0DA36CC1-7F53-477A-BAF6-753A4D788E3F}" dt="2026-07-03T13:18:04.731" v="559" actId="21"/>
          <ac:picMkLst>
            <pc:docMk/>
            <pc:sldMk cId="4105786333" sldId="295"/>
            <ac:picMk id="8" creationId="{FF40D5E6-B4AA-DD62-17CB-AEDDA2352F1D}"/>
          </ac:picMkLst>
        </pc:picChg>
        <pc:picChg chg="add del mod">
          <ac:chgData name="Rose Delcour-Min" userId="566977e6f9e044bc" providerId="LiveId" clId="{0DA36CC1-7F53-477A-BAF6-753A4D788E3F}" dt="2026-07-03T19:08:56.373" v="1143" actId="478"/>
          <ac:picMkLst>
            <pc:docMk/>
            <pc:sldMk cId="4105786333" sldId="295"/>
            <ac:picMk id="10" creationId="{EB207B79-8115-8DFC-87E1-6C4A2C1B23FA}"/>
          </ac:picMkLst>
        </pc:picChg>
      </pc:sldChg>
      <pc:sldChg chg="addSp modSp add mod modNotesTx">
        <pc:chgData name="Rose Delcour-Min" userId="566977e6f9e044bc" providerId="LiveId" clId="{0DA36CC1-7F53-477A-BAF6-753A4D788E3F}" dt="2026-07-03T13:18:53.039" v="572" actId="1076"/>
        <pc:sldMkLst>
          <pc:docMk/>
          <pc:sldMk cId="1811506010" sldId="296"/>
        </pc:sldMkLst>
        <pc:picChg chg="add mod">
          <ac:chgData name="Rose Delcour-Min" userId="566977e6f9e044bc" providerId="LiveId" clId="{0DA36CC1-7F53-477A-BAF6-753A4D788E3F}" dt="2026-07-03T13:18:53.039" v="572" actId="1076"/>
          <ac:picMkLst>
            <pc:docMk/>
            <pc:sldMk cId="1811506010" sldId="296"/>
            <ac:picMk id="6" creationId="{652B7643-95A5-9436-7CD7-5368ADC4F698}"/>
          </ac:picMkLst>
        </pc:picChg>
      </pc:sldChg>
      <pc:sldChg chg="add del">
        <pc:chgData name="Rose Delcour-Min" userId="566977e6f9e044bc" providerId="LiveId" clId="{0DA36CC1-7F53-477A-BAF6-753A4D788E3F}" dt="2026-07-03T19:09:59.480" v="1152" actId="47"/>
        <pc:sldMkLst>
          <pc:docMk/>
          <pc:sldMk cId="4162759971" sldId="297"/>
        </pc:sldMkLst>
      </pc:sldChg>
      <pc:sldChg chg="addSp modSp add mod modNotesTx">
        <pc:chgData name="Rose Delcour-Min" userId="566977e6f9e044bc" providerId="LiveId" clId="{0DA36CC1-7F53-477A-BAF6-753A4D788E3F}" dt="2026-07-03T13:19:57.126" v="587" actId="1076"/>
        <pc:sldMkLst>
          <pc:docMk/>
          <pc:sldMk cId="626650716" sldId="298"/>
        </pc:sldMkLst>
        <pc:picChg chg="add mod">
          <ac:chgData name="Rose Delcour-Min" userId="566977e6f9e044bc" providerId="LiveId" clId="{0DA36CC1-7F53-477A-BAF6-753A4D788E3F}" dt="2026-07-03T13:19:57.126" v="587" actId="1076"/>
          <ac:picMkLst>
            <pc:docMk/>
            <pc:sldMk cId="626650716" sldId="298"/>
            <ac:picMk id="7" creationId="{EB818F38-7C34-2369-E5FC-B23EF83A79DA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24:58.968" v="759" actId="478"/>
        <pc:sldMkLst>
          <pc:docMk/>
          <pc:sldMk cId="2772229490" sldId="299"/>
        </pc:sldMkLst>
        <pc:picChg chg="del mod">
          <ac:chgData name="Rose Delcour-Min" userId="566977e6f9e044bc" providerId="LiveId" clId="{0DA36CC1-7F53-477A-BAF6-753A4D788E3F}" dt="2026-07-03T13:24:57.137" v="758" actId="478"/>
          <ac:picMkLst>
            <pc:docMk/>
            <pc:sldMk cId="2772229490" sldId="299"/>
            <ac:picMk id="4" creationId="{4437BC79-BAE3-8489-27C5-B8AC09DA6AAB}"/>
          </ac:picMkLst>
        </pc:picChg>
        <pc:picChg chg="del">
          <ac:chgData name="Rose Delcour-Min" userId="566977e6f9e044bc" providerId="LiveId" clId="{0DA36CC1-7F53-477A-BAF6-753A4D788E3F}" dt="2026-07-03T13:21:43.273" v="728" actId="478"/>
          <ac:picMkLst>
            <pc:docMk/>
            <pc:sldMk cId="2772229490" sldId="299"/>
            <ac:picMk id="6" creationId="{6762A6C4-96E5-D9BB-48F5-65DC61A380FB}"/>
          </ac:picMkLst>
        </pc:picChg>
        <pc:picChg chg="del mod">
          <ac:chgData name="Rose Delcour-Min" userId="566977e6f9e044bc" providerId="LiveId" clId="{0DA36CC1-7F53-477A-BAF6-753A4D788E3F}" dt="2026-07-03T13:24:55.237" v="757" actId="478"/>
          <ac:picMkLst>
            <pc:docMk/>
            <pc:sldMk cId="2772229490" sldId="299"/>
            <ac:picMk id="7" creationId="{83C76829-7C9E-DF55-8843-FC3549DDE495}"/>
          </ac:picMkLst>
        </pc:picChg>
        <pc:picChg chg="add del mod">
          <ac:chgData name="Rose Delcour-Min" userId="566977e6f9e044bc" providerId="LiveId" clId="{0DA36CC1-7F53-477A-BAF6-753A4D788E3F}" dt="2026-07-03T13:24:09.496" v="743" actId="478"/>
          <ac:picMkLst>
            <pc:docMk/>
            <pc:sldMk cId="2772229490" sldId="299"/>
            <ac:picMk id="8" creationId="{4C6B37B6-E048-D053-8E59-06E2703AC9CA}"/>
          </ac:picMkLst>
        </pc:picChg>
        <pc:picChg chg="del mod">
          <ac:chgData name="Rose Delcour-Min" userId="566977e6f9e044bc" providerId="LiveId" clId="{0DA36CC1-7F53-477A-BAF6-753A4D788E3F}" dt="2026-07-03T13:24:58.968" v="759" actId="478"/>
          <ac:picMkLst>
            <pc:docMk/>
            <pc:sldMk cId="2772229490" sldId="299"/>
            <ac:picMk id="11" creationId="{1A653517-5E89-7BB4-F4D3-39B0B0F1A760}"/>
          </ac:picMkLst>
        </pc:picChg>
        <pc:picChg chg="add mod">
          <ac:chgData name="Rose Delcour-Min" userId="566977e6f9e044bc" providerId="LiveId" clId="{0DA36CC1-7F53-477A-BAF6-753A4D788E3F}" dt="2026-07-03T13:24:20.751" v="751" actId="14861"/>
          <ac:picMkLst>
            <pc:docMk/>
            <pc:sldMk cId="2772229490" sldId="299"/>
            <ac:picMk id="12" creationId="{94C3F571-1618-60AE-AA56-C44CA241BA8D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25:55.440" v="814" actId="478"/>
        <pc:sldMkLst>
          <pc:docMk/>
          <pc:sldMk cId="1336805342" sldId="300"/>
        </pc:sldMkLst>
        <pc:picChg chg="del">
          <ac:chgData name="Rose Delcour-Min" userId="566977e6f9e044bc" providerId="LiveId" clId="{0DA36CC1-7F53-477A-BAF6-753A4D788E3F}" dt="2026-07-03T13:24:43.945" v="756" actId="478"/>
          <ac:picMkLst>
            <pc:docMk/>
            <pc:sldMk cId="1336805342" sldId="300"/>
            <ac:picMk id="4" creationId="{4F54E285-D63B-3370-0FE5-4D8047459C4C}"/>
          </ac:picMkLst>
        </pc:picChg>
        <pc:picChg chg="add">
          <ac:chgData name="Rose Delcour-Min" userId="566977e6f9e044bc" providerId="LiveId" clId="{0DA36CC1-7F53-477A-BAF6-753A4D788E3F}" dt="2026-07-03T13:25:24.023" v="808" actId="22"/>
          <ac:picMkLst>
            <pc:docMk/>
            <pc:sldMk cId="1336805342" sldId="300"/>
            <ac:picMk id="6" creationId="{59D0FEA8-614F-20F5-0608-77B8B539F99E}"/>
          </ac:picMkLst>
        </pc:picChg>
        <pc:picChg chg="del mod">
          <ac:chgData name="Rose Delcour-Min" userId="566977e6f9e044bc" providerId="LiveId" clId="{0DA36CC1-7F53-477A-BAF6-753A4D788E3F}" dt="2026-07-03T13:25:53.738" v="813" actId="478"/>
          <ac:picMkLst>
            <pc:docMk/>
            <pc:sldMk cId="1336805342" sldId="300"/>
            <ac:picMk id="7" creationId="{A2F29A8B-9EF6-3AA3-69E4-5DFA32CED626}"/>
          </ac:picMkLst>
        </pc:picChg>
        <pc:picChg chg="add del mod">
          <ac:chgData name="Rose Delcour-Min" userId="566977e6f9e044bc" providerId="LiveId" clId="{0DA36CC1-7F53-477A-BAF6-753A4D788E3F}" dt="2026-07-03T13:25:55.440" v="814" actId="478"/>
          <ac:picMkLst>
            <pc:docMk/>
            <pc:sldMk cId="1336805342" sldId="300"/>
            <ac:picMk id="10" creationId="{93BE5C5B-C496-274E-7FBA-E06C8F0702F3}"/>
          </ac:picMkLst>
        </pc:picChg>
        <pc:picChg chg="mod">
          <ac:chgData name="Rose Delcour-Min" userId="566977e6f9e044bc" providerId="LiveId" clId="{0DA36CC1-7F53-477A-BAF6-753A4D788E3F}" dt="2026-07-03T13:24:42.117" v="755" actId="1076"/>
          <ac:picMkLst>
            <pc:docMk/>
            <pc:sldMk cId="1336805342" sldId="300"/>
            <ac:picMk id="11" creationId="{0DD8AD51-B412-AABA-FAC1-79ADAA46F60E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34:17.479" v="882" actId="478"/>
        <pc:sldMkLst>
          <pc:docMk/>
          <pc:sldMk cId="1010047822" sldId="301"/>
        </pc:sldMkLst>
        <pc:picChg chg="add del mod">
          <ac:chgData name="Rose Delcour-Min" userId="566977e6f9e044bc" providerId="LiveId" clId="{0DA36CC1-7F53-477A-BAF6-753A4D788E3F}" dt="2026-07-03T13:34:17.479" v="882" actId="478"/>
          <ac:picMkLst>
            <pc:docMk/>
            <pc:sldMk cId="1010047822" sldId="301"/>
            <ac:picMk id="4" creationId="{5A49350A-7F8A-7443-11E8-31116980E5BF}"/>
          </ac:picMkLst>
        </pc:picChg>
      </pc:sldChg>
      <pc:sldChg chg="addSp modSp add mod modNotesTx">
        <pc:chgData name="Rose Delcour-Min" userId="566977e6f9e044bc" providerId="LiveId" clId="{0DA36CC1-7F53-477A-BAF6-753A4D788E3F}" dt="2026-07-03T13:34:40.579" v="932" actId="20577"/>
        <pc:sldMkLst>
          <pc:docMk/>
          <pc:sldMk cId="1775250738" sldId="302"/>
        </pc:sldMkLst>
        <pc:picChg chg="add mod">
          <ac:chgData name="Rose Delcour-Min" userId="566977e6f9e044bc" providerId="LiveId" clId="{0DA36CC1-7F53-477A-BAF6-753A4D788E3F}" dt="2026-07-03T13:34:25.995" v="884" actId="1076"/>
          <ac:picMkLst>
            <pc:docMk/>
            <pc:sldMk cId="1775250738" sldId="302"/>
            <ac:picMk id="4" creationId="{0B504D90-3CFE-CAEA-173A-3D2AC02DBACD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38:18.935" v="961" actId="20577"/>
        <pc:sldMkLst>
          <pc:docMk/>
          <pc:sldMk cId="950220688" sldId="303"/>
        </pc:sldMkLst>
        <pc:picChg chg="add mod modCrop">
          <ac:chgData name="Rose Delcour-Min" userId="566977e6f9e044bc" providerId="LiveId" clId="{0DA36CC1-7F53-477A-BAF6-753A4D788E3F}" dt="2026-07-03T13:37:13.560" v="950" actId="14861"/>
          <ac:picMkLst>
            <pc:docMk/>
            <pc:sldMk cId="950220688" sldId="303"/>
            <ac:picMk id="4" creationId="{D0A12E44-065C-87C6-9AB2-949BBA3E3A73}"/>
          </ac:picMkLst>
        </pc:picChg>
        <pc:picChg chg="del">
          <ac:chgData name="Rose Delcour-Min" userId="566977e6f9e044bc" providerId="LiveId" clId="{0DA36CC1-7F53-477A-BAF6-753A4D788E3F}" dt="2026-07-03T13:34:56.394" v="934" actId="478"/>
          <ac:picMkLst>
            <pc:docMk/>
            <pc:sldMk cId="950220688" sldId="303"/>
            <ac:picMk id="6" creationId="{DEF258EA-9BC8-5624-49DE-8A651ACE2F0F}"/>
          </ac:picMkLst>
        </pc:picChg>
        <pc:picChg chg="del">
          <ac:chgData name="Rose Delcour-Min" userId="566977e6f9e044bc" providerId="LiveId" clId="{0DA36CC1-7F53-477A-BAF6-753A4D788E3F}" dt="2026-07-03T13:34:58.357" v="935" actId="478"/>
          <ac:picMkLst>
            <pc:docMk/>
            <pc:sldMk cId="950220688" sldId="303"/>
            <ac:picMk id="7" creationId="{B200064E-DE24-3E7A-AF94-9A04E581D01A}"/>
          </ac:picMkLst>
        </pc:picChg>
        <pc:picChg chg="del">
          <ac:chgData name="Rose Delcour-Min" userId="566977e6f9e044bc" providerId="LiveId" clId="{0DA36CC1-7F53-477A-BAF6-753A4D788E3F}" dt="2026-07-03T13:35:01.556" v="937" actId="478"/>
          <ac:picMkLst>
            <pc:docMk/>
            <pc:sldMk cId="950220688" sldId="303"/>
            <ac:picMk id="10" creationId="{0FF96543-96D2-D088-A448-7A49C26B37B8}"/>
          </ac:picMkLst>
        </pc:picChg>
        <pc:picChg chg="del">
          <ac:chgData name="Rose Delcour-Min" userId="566977e6f9e044bc" providerId="LiveId" clId="{0DA36CC1-7F53-477A-BAF6-753A4D788E3F}" dt="2026-07-03T13:34:59.953" v="936" actId="478"/>
          <ac:picMkLst>
            <pc:docMk/>
            <pc:sldMk cId="950220688" sldId="303"/>
            <ac:picMk id="11" creationId="{35582F8E-8081-2314-5EF0-80A2F45137C1}"/>
          </ac:picMkLst>
        </pc:picChg>
        <pc:picChg chg="del">
          <ac:chgData name="Rose Delcour-Min" userId="566977e6f9e044bc" providerId="LiveId" clId="{0DA36CC1-7F53-477A-BAF6-753A4D788E3F}" dt="2026-07-03T13:35:28.029" v="938" actId="478"/>
          <ac:picMkLst>
            <pc:docMk/>
            <pc:sldMk cId="950220688" sldId="303"/>
            <ac:picMk id="12" creationId="{560451BD-1DA0-B1D2-19E4-BA119A686588}"/>
          </ac:picMkLst>
        </pc:picChg>
        <pc:picChg chg="add mod">
          <ac:chgData name="Rose Delcour-Min" userId="566977e6f9e044bc" providerId="LiveId" clId="{0DA36CC1-7F53-477A-BAF6-753A4D788E3F}" dt="2026-07-03T13:37:33.432" v="955" actId="1076"/>
          <ac:picMkLst>
            <pc:docMk/>
            <pc:sldMk cId="950220688" sldId="303"/>
            <ac:picMk id="13" creationId="{4F5A956D-5811-EC69-0073-7EA4989742A1}"/>
          </ac:picMkLst>
        </pc:picChg>
      </pc:sldChg>
      <pc:sldChg chg="addSp delSp modSp add mod">
        <pc:chgData name="Rose Delcour-Min" userId="566977e6f9e044bc" providerId="LiveId" clId="{0DA36CC1-7F53-477A-BAF6-753A4D788E3F}" dt="2026-07-03T13:41:00.109" v="968" actId="14861"/>
        <pc:sldMkLst>
          <pc:docMk/>
          <pc:sldMk cId="2924426086" sldId="304"/>
        </pc:sldMkLst>
        <pc:picChg chg="del">
          <ac:chgData name="Rose Delcour-Min" userId="566977e6f9e044bc" providerId="LiveId" clId="{0DA36CC1-7F53-477A-BAF6-753A4D788E3F}" dt="2026-07-03T13:38:22.896" v="962" actId="478"/>
          <ac:picMkLst>
            <pc:docMk/>
            <pc:sldMk cId="2924426086" sldId="304"/>
            <ac:picMk id="4" creationId="{8E25A47B-9EAA-EEFE-401F-6E8222183DA0}"/>
          </ac:picMkLst>
        </pc:picChg>
        <pc:picChg chg="add mod">
          <ac:chgData name="Rose Delcour-Min" userId="566977e6f9e044bc" providerId="LiveId" clId="{0DA36CC1-7F53-477A-BAF6-753A4D788E3F}" dt="2026-07-03T13:41:00.109" v="968" actId="14861"/>
          <ac:picMkLst>
            <pc:docMk/>
            <pc:sldMk cId="2924426086" sldId="304"/>
            <ac:picMk id="6" creationId="{F0D09B7E-FF59-0873-E25F-3A8627335D08}"/>
          </ac:picMkLst>
        </pc:picChg>
        <pc:picChg chg="del">
          <ac:chgData name="Rose Delcour-Min" userId="566977e6f9e044bc" providerId="LiveId" clId="{0DA36CC1-7F53-477A-BAF6-753A4D788E3F}" dt="2026-07-03T13:38:24.449" v="963" actId="478"/>
          <ac:picMkLst>
            <pc:docMk/>
            <pc:sldMk cId="2924426086" sldId="304"/>
            <ac:picMk id="13" creationId="{A65777B3-8880-7B7A-6CA0-89880CB41B15}"/>
          </ac:picMkLst>
        </pc:picChg>
      </pc:sldChg>
      <pc:sldChg chg="addSp delSp modSp add mod ord modNotesTx">
        <pc:chgData name="Rose Delcour-Min" userId="566977e6f9e044bc" providerId="LiveId" clId="{0DA36CC1-7F53-477A-BAF6-753A4D788E3F}" dt="2026-07-03T13:42:33.436" v="993" actId="20577"/>
        <pc:sldMkLst>
          <pc:docMk/>
          <pc:sldMk cId="1792470039" sldId="305"/>
        </pc:sldMkLst>
        <pc:spChg chg="add del">
          <ac:chgData name="Rose Delcour-Min" userId="566977e6f9e044bc" providerId="LiveId" clId="{0DA36CC1-7F53-477A-BAF6-753A4D788E3F}" dt="2026-07-03T13:41:45.542" v="973" actId="22"/>
          <ac:spMkLst>
            <pc:docMk/>
            <pc:sldMk cId="1792470039" sldId="305"/>
            <ac:spMk id="4" creationId="{5A097A7C-FEC1-2683-1771-03919C43B0D2}"/>
          </ac:spMkLst>
        </pc:spChg>
        <pc:picChg chg="add mod">
          <ac:chgData name="Rose Delcour-Min" userId="566977e6f9e044bc" providerId="LiveId" clId="{0DA36CC1-7F53-477A-BAF6-753A4D788E3F}" dt="2026-07-03T13:41:57.051" v="977" actId="1076"/>
          <ac:picMkLst>
            <pc:docMk/>
            <pc:sldMk cId="1792470039" sldId="305"/>
            <ac:picMk id="8" creationId="{18302425-C070-E3D3-F15B-09CE26630023}"/>
          </ac:picMkLst>
        </pc:picChg>
      </pc:sldChg>
      <pc:sldChg chg="addSp modSp add mod modNotesTx">
        <pc:chgData name="Rose Delcour-Min" userId="566977e6f9e044bc" providerId="LiveId" clId="{0DA36CC1-7F53-477A-BAF6-753A4D788E3F}" dt="2026-07-03T13:45:52.821" v="1057" actId="20577"/>
        <pc:sldMkLst>
          <pc:docMk/>
          <pc:sldMk cId="2713805204" sldId="306"/>
        </pc:sldMkLst>
        <pc:picChg chg="add mod">
          <ac:chgData name="Rose Delcour-Min" userId="566977e6f9e044bc" providerId="LiveId" clId="{0DA36CC1-7F53-477A-BAF6-753A4D788E3F}" dt="2026-07-03T13:43:09.610" v="998" actId="1076"/>
          <ac:picMkLst>
            <pc:docMk/>
            <pc:sldMk cId="2713805204" sldId="306"/>
            <ac:picMk id="4" creationId="{EF6FB82E-1D58-9C92-03E8-F1E29F5ABDB7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3:46:40.284" v="1075" actId="20577"/>
        <pc:sldMkLst>
          <pc:docMk/>
          <pc:sldMk cId="1284912039" sldId="307"/>
        </pc:sldMkLst>
        <pc:picChg chg="mod">
          <ac:chgData name="Rose Delcour-Min" userId="566977e6f9e044bc" providerId="LiveId" clId="{0DA36CC1-7F53-477A-BAF6-753A4D788E3F}" dt="2026-07-03T13:46:00.559" v="1059" actId="1076"/>
          <ac:picMkLst>
            <pc:docMk/>
            <pc:sldMk cId="1284912039" sldId="307"/>
            <ac:picMk id="4" creationId="{0DD7FF69-E961-1284-99C1-93F581E2D42B}"/>
          </ac:picMkLst>
        </pc:picChg>
        <pc:picChg chg="del">
          <ac:chgData name="Rose Delcour-Min" userId="566977e6f9e044bc" providerId="LiveId" clId="{0DA36CC1-7F53-477A-BAF6-753A4D788E3F}" dt="2026-07-03T13:45:20.538" v="1003" actId="478"/>
          <ac:picMkLst>
            <pc:docMk/>
            <pc:sldMk cId="1284912039" sldId="307"/>
            <ac:picMk id="6" creationId="{61C5D559-DA5D-E2C8-C6B5-ED91C83566F1}"/>
          </ac:picMkLst>
        </pc:picChg>
        <pc:picChg chg="add mod">
          <ac:chgData name="Rose Delcour-Min" userId="566977e6f9e044bc" providerId="LiveId" clId="{0DA36CC1-7F53-477A-BAF6-753A4D788E3F}" dt="2026-07-03T13:46:08.978" v="1062" actId="14861"/>
          <ac:picMkLst>
            <pc:docMk/>
            <pc:sldMk cId="1284912039" sldId="307"/>
            <ac:picMk id="7" creationId="{7DED9CE4-4BFA-8F74-51B2-764F124E64A8}"/>
          </ac:picMkLst>
        </pc:picChg>
        <pc:picChg chg="mod">
          <ac:chgData name="Rose Delcour-Min" userId="566977e6f9e044bc" providerId="LiveId" clId="{0DA36CC1-7F53-477A-BAF6-753A4D788E3F}" dt="2026-07-03T13:45:58.063" v="1058" actId="1076"/>
          <ac:picMkLst>
            <pc:docMk/>
            <pc:sldMk cId="1284912039" sldId="307"/>
            <ac:picMk id="8" creationId="{28073674-42E5-833A-97A0-305AD67DEBFE}"/>
          </ac:picMkLst>
        </pc:picChg>
      </pc:sldChg>
      <pc:sldChg chg="addSp add del mod modNotesTx">
        <pc:chgData name="Rose Delcour-Min" userId="566977e6f9e044bc" providerId="LiveId" clId="{0DA36CC1-7F53-477A-BAF6-753A4D788E3F}" dt="2026-07-03T19:08:14.253" v="1141" actId="47"/>
        <pc:sldMkLst>
          <pc:docMk/>
          <pc:sldMk cId="1042866914" sldId="308"/>
        </pc:sldMkLst>
        <pc:picChg chg="add">
          <ac:chgData name="Rose Delcour-Min" userId="566977e6f9e044bc" providerId="LiveId" clId="{0DA36CC1-7F53-477A-BAF6-753A4D788E3F}" dt="2026-07-03T19:07:12.649" v="1106" actId="22"/>
          <ac:picMkLst>
            <pc:docMk/>
            <pc:sldMk cId="1042866914" sldId="308"/>
            <ac:picMk id="7" creationId="{EE2EF2DA-CDBD-7867-FF04-7578B0511F33}"/>
          </ac:picMkLst>
        </pc:picChg>
      </pc:sldChg>
      <pc:sldChg chg="add modNotesTx">
        <pc:chgData name="Rose Delcour-Min" userId="566977e6f9e044bc" providerId="LiveId" clId="{0DA36CC1-7F53-477A-BAF6-753A4D788E3F}" dt="2026-07-03T19:09:16.492" v="1151" actId="20577"/>
        <pc:sldMkLst>
          <pc:docMk/>
          <pc:sldMk cId="3312775693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B46A9-B6C2-4D77-B9B8-F4E053A710B1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640FE-75E1-480E-996E-AFB8F3A4A3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024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we can see how the user interacts with the collar and the data using the online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51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254DC-01C4-2BF9-9F3D-E471B7F7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45266-8B97-6B22-1193-0C1168C2C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A1F84-5FAB-C3C9-A9AB-B86E06835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human facing application is a dashboard built with </a:t>
            </a:r>
            <a:r>
              <a:rPr lang="en-GB" dirty="0" err="1"/>
              <a:t>Streamlit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BB2E5-D41D-40D7-1574-A3B1467B3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018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BF5C-10E2-EB6E-D200-C01DB2CF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8DB2E-3B55-4F28-1A03-D62B34DD4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CF73F-7E41-8556-B7E3-F7AC0ED69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python framework for data web apps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BE4B1-F752-0680-0371-1396F2687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959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95F0-337C-7E81-1B9A-614CFAEE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EC290-1646-6F68-E299-A97DC0E86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38687-FB05-F24F-AB99-695E8DABA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is made of 2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045AC-4B4E-AE20-34C7-DFB3D37EA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87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404D-55F4-90FF-8D15-B74C2F27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28888-C636-B3E6-409B-5C823049D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D83B6-F7C1-BF09-7C1F-80FE267C9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developer console where the training data is collected and models are trained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DF80-D27F-B903-878D-4545CF545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474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21A6-9ADE-2E50-92D8-31A6859B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61638-D68A-90D4-9300-A8EC16DBE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6010F-A0E3-7D0F-1B19-EC4F9F1E7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the dashboard where the data is visualised and contextualised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CFE99-FF55-1879-A32A-F8445AEBF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746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9674-1A28-6155-1587-DF5D9EE5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9C45F-AC99-056D-AB36-F30558B5B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F4860-6866-F856-2DEA-DB9E9DADD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Human logs in either email or demo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3B3C0-207A-0251-82AC-E1D78F0DB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101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5CE97-276A-65F3-49AF-81E5BFE8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6E518-8F8B-EACE-2569-52097249E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D72A0-9188-5088-C902-827C8A98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can choose between dashboard or dev tools, with registered devices clearly listed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20888-0FAD-42B6-472D-54C4DA70B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813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96B0-3CBF-8070-BC1F-7028F511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E072C-A9EB-5294-FE10-B12EEB241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C1B6E-6493-61C9-89B6-0C0C855DB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dev tools, the developer console is organised as clearly titled collapsible cards each with a help popover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2DEC9-E431-6D0C-42DD-E92062660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623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E29F4-DDDF-FA51-DDF0-77F4B503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B6304-AAD0-EEE9-421F-FC5D52BE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81C00-8BC4-D670-CADA-BD79C3AD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collar capture clearly shows live station and collar status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8E3B2-A590-DE42-0DA6-2966F7F80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148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3B83-0AEC-938C-7396-925F7311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655CC-7D9E-AE32-8DE4-23C917757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BD3C-7486-1360-6D0B-3FA9392E8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a single switch takes human from training to production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51164-FE45-0E81-D045-A85C228B5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974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7AB7-8051-F1F4-8A08-7026BCDB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120A8-48F3-A624-EA66-82CDE6D9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3AA4D-0895-FC3B-0F70-62BFA7863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where the recorded clips wait to be classified, grouped by day and session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2A87D-3B55-47E2-D31D-A219EF47D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392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2FBDE-95CC-54EC-2400-E61107B5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9342E-A10B-9C08-AFB5-59CE493D1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50947-1F6E-9AD9-1255-DA9A7827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with playback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E57E-EF8A-9C86-A419-B8D28BEC2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187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2AD06-4B89-5A9D-FBB6-5F9CA995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E833F-B005-7F34-56BF-9437992E1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CAAC2-7BA5-8E1D-748D-1A103B34B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label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19972-3A01-E8E6-AC75-0E964072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27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1945-542C-7040-09CA-FF8B5703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87287-8ED9-294D-63D4-73A420E1B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FA2D7-0B74-B582-93E1-72EFAF1B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a motion indicator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49CCB-7148-8F15-2EDB-96E32E074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187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CC2E-9DF3-C55E-2E15-CB9680CF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6547E-8F06-00CB-F60D-AB3D0B7E2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F8DA0-5648-00FA-5076-8F95DF2C8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17ED4-4045-C6E4-6AA7-DF570051E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871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31F4-6C68-9224-09EA-EF2361AE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2853C-FFDA-195A-8021-B024BD66F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F4835-282A-8C10-E285-0D179B405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human checks the dashboard they can immediately see which kitty,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C4629-7C40-97C5-F684-0577D13BC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087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0406-6A52-9158-249D-20AC60CB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6F7B5-E540-3BF5-30B3-B4C9F7C0C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984E9-B987-98F0-9CB6-F57D5928D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current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B1DB-A14C-21F8-FCBA-459B231E9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128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2135-384B-AE6F-8C7C-B06CC0BD1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01F02-29FA-A7AC-6275-5F348CAF4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10333-BDFD-8B83-76D4-9B415D5C7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battery status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5608D-193E-090F-A0D1-2A6D70959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2471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F0FA-874E-C1C0-9683-AF20C24D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86482-1F69-C3BE-5246-F02007E8A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C2276-3E44-1DB5-7962-7820EB540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they look at health watch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98C8E-745E-69C7-5C0A-55EBFC692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542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9B58-0249-2CB2-824B-B47055FA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70B43-8978-6CC0-71BE-687FB40D6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CB596-D301-0FDA-23F2-6BE3398F2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can see an overview of kitty’s main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B51FD-D148-36A1-A885-403F02959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33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A377-F522-C486-46B4-FE4ECCF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AF72F-AB24-797E-56C2-ACFE38E24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0741E-7BB4-EC7F-5503-0DE1A7E87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how it compares to their usual routine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1684F-FA6E-6866-0D0D-AA051EF9E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203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F624A-F8DB-CA41-C2B4-58E319FC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4C2E7-721B-5A4E-AD04-00B581FFC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3C614-82D4-783F-ADD5-6FD25FF51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its hot, human wants to know kitty is drinking enough water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C76D9-CB4E-DCFE-E0D9-FB5E42CEF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139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0B68-2684-9A11-054A-B5B777E8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B2822-634D-2D54-11DD-A25C88CFB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6DB17-ADBA-58F0-335C-9C3BE3706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 if kitty is getting a second breakfast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57CB-1ECF-F0EB-B8D2-176F4D05D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5376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D71B-85DB-3643-E983-716412B4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57BB4-D3EC-DF86-5F6D-FF2ADC3D8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8D664-F555-C7BC-A8DE-DAA348CD9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7053A-ACFF-6B96-7F18-8257D2603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698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F672-B5B3-7C08-0B1A-EE7B4C1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E836-18FF-9AC2-989E-1C97EA660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C9E04-FE8D-E047-1918-3DBF0EC27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activity history lets human pick a date range and view kitty’s routine by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24D5-B068-5DB6-953E-D4929DC79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49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145B-43AD-D891-8C99-D6B2925E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40A1A-C213-3163-3C99-D6BF5AF01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AEAC1-A255-8D6B-6BDA-4C4019CE6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human picks date ranges using a calendar and toggle buttons to easily select which activity to filter 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51DEF-61B4-CD77-1C96-3FDC63EAF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857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1681-90DE-7DB6-5C6A-28000F05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1AE71-DCBA-6518-8975-1EC3B842E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8D04E-F8AB-6AB1-88C4-F8FEA10D6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the zoomable rows of days activity timeline dynamically changes the x and y axis depending on the range selected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DBA1C-3DB3-0060-B91F-383FA189C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3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F164-2CD3-6994-560E-C6A1026B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497FE-54B6-A84B-6351-B7BBD6BB8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AA853-9AF9-EF37-377A-2CD66BF13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useful to help see trends over time or investigate a particular change with a vet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EF543-B3B5-64D2-C381-356929E53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781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BE6C-7A60-D7FA-926F-EDB884226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1EF36-A809-E752-B5E1-2F2DC6A42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B02C-891A-5A17-E55F-F29B1C7F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551AB-9EAA-B162-EDF1-0FA071396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16D71-163D-B1C3-B7E8-6CD88624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21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88E4-A410-D21C-F56F-2951E80C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7D64-0D4C-B041-E3ED-0E3146AEC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86B7-D142-0AC0-D7F7-E48A4ABF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41F69-9476-8E9B-4552-DCDF46BF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BE25-4823-635E-6711-FF272424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71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A9EC-A7FE-B83D-134A-B741496E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3D183-741C-1A7E-C1D4-71B86D6A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42B62-F5A8-3AD8-17A4-4D8C5321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2A3F-C75C-877C-ED06-27F6C723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7C04F-7317-422C-8D21-E9E1DF2C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29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EBE9-A56C-6701-A615-F8EB0AB5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27DB-7460-1BA9-4FA1-006E7B274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7063A-A41A-E7FA-D100-3CD2A4826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2B84E-3F4A-2AED-66DB-E7176B04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40601-BB4C-A1C1-B91D-2840DEB7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31BD7-D79F-2078-12BD-4B30B5CC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41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79C6-D2DF-179B-C5B9-09BEAAF6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EFC6B-BF30-1B0B-8AF9-3CEB31451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AF344-5F5C-E228-7E3A-A25EA6E26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2111D-0031-82EE-2926-D45E4D486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B8173-A92F-4999-B082-696E9419D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63CDB-03A7-5EE9-1A52-848C480A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91AF3-5806-185D-13CC-114FF275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52321-A356-C321-BA47-3A61E05C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40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6AEE-8F85-060F-3501-C647329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FBDB7-7B2D-9489-FE4B-020DFD5C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815A-8FB6-FBB1-FA00-7F391FDE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982AF-44FF-11BE-2CAB-168C6075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3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FB3DB-854F-81AA-72E2-34021ABD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F562E-9CC9-B586-4398-02E78FEE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63FD-92F4-BC78-D632-E78326D8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02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1400-7CA0-EEA7-8625-C524E5E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C979-5497-41F8-7ACD-1A97AC59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37B22-68AA-2AA5-A97C-8BD970CB8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BE9F1-B6E3-FCC1-891B-E8F8D8AA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A4ED-488B-CCD3-2FA3-9E146446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152B5-D111-2F91-B588-C284A50D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923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0CB7-DEBE-6ACA-E9BE-2218DC9D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06762-529D-0304-9930-AE73175FB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21C10-E55A-65C8-A318-871D139B0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59E6A-08C8-4A0F-4425-AB98E3EB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DDB3E-C1C1-E0C2-984D-CF9192AC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49E2-42DD-4006-F112-3030CB74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43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A903-3831-50D9-0BF2-3EFC32C5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0B638-BCA1-FD79-4BF9-B05A8DD13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3652-D8E0-666F-3766-E2201A5D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B7397-FD03-6337-35E2-BAEC4404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5D6A-82E9-BCC8-2D17-EC322E4F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86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4A301-1144-6F81-AD3C-456B61D21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5DDDB-AA59-E37C-D548-919B00230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D4857-4F91-4F5E-BC2D-31D3D7B1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0229C-809F-1064-FBAE-70602698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DDC2-B9AE-47F4-C810-76B65880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23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BDFE4-B523-E74C-B55C-3D531D00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CB2DC-891B-B94C-9C24-E08B1F587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DAE1C-6B24-0D2E-BDE7-C419B0F58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0E030-5BE6-4A51-BBCD-8DE2B11FC0E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D5E5D-4669-90F8-0620-9CF7E0349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015D-FDE9-4895-60E0-D6FAA42C2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D70FC-7D02-45DA-9840-BB5094E1D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62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ABE60-483A-08D3-8B2F-4DCA336D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D19630-2C80-3EFB-0B3F-37D3A24A7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AB4FDB-8769-D0EA-3A29-DD962F8FC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3D5092-E298-20E2-BB8D-CD93C4AEC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97D7DB4-5750-E639-F1E6-6D6838F97F8D}"/>
              </a:ext>
            </a:extLst>
          </p:cNvPr>
          <p:cNvSpPr txBox="1">
            <a:spLocks/>
          </p:cNvSpPr>
          <p:nvPr/>
        </p:nvSpPr>
        <p:spPr>
          <a:xfrm>
            <a:off x="3283267" y="2608193"/>
            <a:ext cx="5625466" cy="1354208"/>
          </a:xfrm>
          <a:prstGeom prst="rect">
            <a:avLst/>
          </a:prstGeo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/ UI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1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A49F2-5421-9143-FCF6-60FF4196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CB775B-3470-1163-1BDF-2B09C3493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240E29-2C93-912C-C1FD-47E5A2BF0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6250AAE-AD26-0847-F49C-3D876B8CC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A98208-2A90-56EF-F2C8-982662087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8948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9D68A-1966-F6BB-8520-68CB7042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CA21C8-CD4B-9982-6D4D-3CF72340D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B9A1B8-BBD6-2C8D-F751-CD043E7E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4D6864-7EC8-1F09-2F28-A8D198E9B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19F52-644B-8A28-B5E2-CF5C436D1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10" name="Graphic 9" descr="Snake with solid fill">
            <a:extLst>
              <a:ext uri="{FF2B5EF4-FFF2-40B4-BE49-F238E27FC236}">
                <a16:creationId xmlns:a16="http://schemas.microsoft.com/office/drawing/2014/main" id="{A038442F-94B3-7680-B813-1F98988B1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2710" y="3628016"/>
            <a:ext cx="914400" cy="914400"/>
          </a:xfrm>
          <a:prstGeom prst="rect">
            <a:avLst/>
          </a:prstGeom>
        </p:spPr>
      </p:pic>
      <p:pic>
        <p:nvPicPr>
          <p:cNvPr id="12" name="Graphic 11" descr="Snake with solid fill">
            <a:extLst>
              <a:ext uri="{FF2B5EF4-FFF2-40B4-BE49-F238E27FC236}">
                <a16:creationId xmlns:a16="http://schemas.microsoft.com/office/drawing/2014/main" id="{70E8646F-FF0C-C2AE-C66E-00ACD40E4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4890" y="660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6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E2141-48B9-90D6-23B5-80229FFB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CFDEAF-596E-0868-F509-F1BCC8E1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92FB04-27CB-4822-000F-18E49D498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99ED23-0933-46C6-C2D6-C2C8C1E5C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87A2FE-2469-1282-5157-9B444968A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1666629"/>
            <a:ext cx="7068536" cy="352474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37527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50F01-EA7F-9FC8-4108-2A2DC024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C37052-339C-0927-8579-FAFCC92CF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63EBC2-7BE6-DF00-B17F-B66AD4644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4F9DB4-C8CB-F327-8681-236B7E229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578BD4-1AFF-EF29-942E-DE4671017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1666629"/>
            <a:ext cx="7068536" cy="352474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51C74AAF-730F-91BD-EFB8-48729A42D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165085">
            <a:off x="8767930" y="22000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0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41C02-19F3-5619-FB70-B7C46C8E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FD0A3-205E-EF5A-E02C-544C91DF9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2F5765-F3FF-E609-5FB7-BA2F6A2BD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2066545-C840-F3E8-156E-A3DE89AD65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98D452-2238-AC83-DCF7-6BF667A74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1666629"/>
            <a:ext cx="7068536" cy="352474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5ADC3F42-D7BB-23D3-46A9-37449F25F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4322685" y="2221568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B020AF86-5700-F1FC-8D2E-C54E79CF6B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165085">
            <a:off x="8767930" y="22000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2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D41BC-DC44-9E45-9486-F3636E1A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DF0490-CCDD-9756-F0D6-167E23802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1AB200-C583-9E8E-D690-359DBEA20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9171FF-CD99-5D89-A871-1C08E34F2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9DBDA4-77A1-833F-CF07-D8EB6F0C5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14" y="1139448"/>
            <a:ext cx="4619771" cy="4579104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321991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03E2-102C-F467-8EFF-DC34DB12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4AAC00-A883-5C4E-7707-FE66E0EE0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03FA89-92DC-04D5-AE6A-9BD235590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6B58DE-270C-2308-857B-5DBB88BA3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FED36BE-16AD-4243-5689-0A8261F1B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14" y="1139448"/>
            <a:ext cx="4619771" cy="4579104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841E0D-5BFE-36E1-B11B-36CF60D29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7084">
            <a:off x="3480487" y="672270"/>
            <a:ext cx="4621423" cy="499474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77358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1474D-5F53-ADF6-55E5-969ECEE9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874CA8-512F-8BED-2C10-1EA09212D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8CE130-1742-A46A-D14B-DB3D8ECEF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100405-B121-52DB-182A-AB239F3FA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A68E24-668A-F074-D9A7-08643FA16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720" y="163694"/>
            <a:ext cx="6696559" cy="551914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67008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88DE6-C44E-EB4C-27FC-A16A2458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16592A-D940-238E-8B10-EEC8D5313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AC01EB-1802-10F4-1086-0D0CE6715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0DAC575-D49D-24EC-8CD2-474202BBF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9A0B0B-3131-5BED-9B35-51A606539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680" y="1390365"/>
            <a:ext cx="5296639" cy="4077269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45538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8088F-3674-5A4C-4208-C1C5A74D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6EFDC4-F045-F034-144A-8F8FD5FC8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B5F753-5462-51FF-D803-0E335F191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3209A24-7EE1-8A27-C6EF-FAE57E48A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CE462C-BB5C-2C75-EE2C-7FA66E7DE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153" y="2333472"/>
            <a:ext cx="6763694" cy="219105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4326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0282A-68DB-C624-9DC4-8B5142F3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CD617D-88D4-2BC2-0A2E-76CB7DAAB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10DA95-D56A-8BD5-D87B-71BC57B4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37689F8-950E-178B-431C-255B1C6A8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DE2E42-A4E2-19E6-A9AD-0394CF4BC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871" y="193745"/>
            <a:ext cx="6582257" cy="558494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379788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B9B23-48C1-AC22-6F71-662A4BCA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CB33D2-23F3-C553-2A6D-C76477A64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8F2143-1B53-DC82-A20A-0E3E5541A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F6B0C67-B809-F582-CDA1-BF31DE3959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0BF6AF-4601-B029-2DA9-868DFDA0B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871" y="193745"/>
            <a:ext cx="6582257" cy="558494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FF40D5E6-B4AA-DD62-17CB-AEDDA2352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118500" y="14088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86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A604-4D17-8090-1F05-15AF3A2F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052FE5-82DB-4FE9-FA38-2D21A047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EF74AE-C6DE-0C86-EFF2-D86D6DBAE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C22A560-E9F5-8F45-9B9C-F46CD11FA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47E64A-6449-2D92-A40F-252F8964A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871" y="193745"/>
            <a:ext cx="6582257" cy="558494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946CFC3D-21FF-EEEB-D514-523FF85C9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118500" y="1408895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73E380A6-03F9-E891-BCAB-FAF673091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312355" y="21423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7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0C75B-BF17-94B6-BFB9-1E34B86F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B51C34-D38C-BC89-405B-DF95DDA58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697AFB-2521-14C2-0E46-8CB085604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AACC1DC-345B-05BE-3784-2B1033418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0AE749-1F32-C64B-5CCF-46071033A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871" y="193745"/>
            <a:ext cx="6582257" cy="558494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3F7265A2-7785-BD7C-D931-5B2E83E48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118500" y="1408895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047463CF-38A3-AD8F-D208-4356F8698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312355" y="2142319"/>
            <a:ext cx="914400" cy="914400"/>
          </a:xfrm>
          <a:prstGeom prst="rect">
            <a:avLst/>
          </a:prstGeom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652B7643-95A5-9436-7CD7-5368ADC4F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506211" y="27192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06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DE02F-B0EC-5F08-7656-F2956592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ECF30-469A-1C60-E185-75B795496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3314C5-A482-A7E5-3B01-A43270C8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EAAC8ED-2508-0813-6B34-15F94DAB0E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A4D045-9EDE-D288-626E-EC7BFA1E5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871" y="193745"/>
            <a:ext cx="6582257" cy="558494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B8A0C835-9810-7E48-6B2E-2BA1BA684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118500" y="1408895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12CC2BAC-118E-AA47-A5FB-E734D1B4F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312355" y="2142319"/>
            <a:ext cx="914400" cy="914400"/>
          </a:xfrm>
          <a:prstGeom prst="rect">
            <a:avLst/>
          </a:prstGeom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B9DB65D6-A242-F692-49B6-184C881BA4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506211" y="2719292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EB818F38-7C34-2369-E5FC-B23EF83A7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703269">
            <a:off x="5668932" y="19858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50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DBD97-33E6-C8B5-9EA7-6780A4B4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7FF9-41AF-D028-E983-47B92F7E9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CC7BEE-C72B-48EA-BA19-E0ADECF0D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478A735-CD1D-06C3-1B2C-34678EF22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AB89D-B4C8-32B1-6C27-F9505F52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652344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E193C-6819-4254-A38A-A467AAE6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6912D3-CFD4-B0A9-6779-100353358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8E5FFE-81BE-7C8B-73E8-DE0FD7784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B00A499-4643-15E5-463C-EA5BA10C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580CDE-50DE-F9D7-51A1-31B425BC8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354C647D-C2ED-6451-6D93-099452B32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289950" y="3135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75EFD-7EDA-3D36-732F-F3DB9A07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71CB39-9C24-B0AE-A73A-4CF3C3DA2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20DCE6-4F34-DAEA-674E-99CD35C49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AFA4D7-D7E2-3928-5235-BD72E7C929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F02765-E54B-7DCF-F0B3-69A88011A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6253AE0A-FBA0-AC37-B16B-6D7B16B8C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289950" y="313520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70546ED9-951F-7948-9C3D-116610D24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289950" y="15373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63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95E3E-45C2-6F1D-69F7-2CF913A8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7FD0FA-213C-C082-A8B3-C8BB8E9AC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0C77A5-2324-1A5E-0F34-180F3ED80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2424301-260C-D81B-86DB-FD3D85D3C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372094-5168-6114-CFB5-4F4704396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15" y="123825"/>
            <a:ext cx="6378370" cy="563963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9964FE65-51AF-C850-C258-DA81B81365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289950" y="313520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FA37C215-F184-3C1D-85AF-F8E947B6A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3289950" y="1537389"/>
            <a:ext cx="914400" cy="914400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12E43A4D-85EE-624F-9A03-DF68E9720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319490">
            <a:off x="6595008" y="14968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0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1032C-3637-0FB4-B416-1ADD7D4A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D500BD-D995-7728-0D8B-4B801B55A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2EF085-2CD1-FFC6-A3C1-C81B623E8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24A4CAF-E542-AA87-6B3C-6E3AE306F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C3F571-1618-60AE-AA56-C44CA241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637854"/>
            <a:ext cx="7068536" cy="459169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772229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91E5F-3922-D4BA-8A51-5C933BD8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4CEF30-20A5-49A0-2755-E404310B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F096C2-D587-6A9D-532D-C5057A11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5E3A6B-B428-7D03-A1ED-0E20E7013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0DD8AD51-B412-AABA-FAC1-79ADAA46F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19490">
            <a:off x="9680905" y="1777577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7ED819-814C-AE6F-3849-2B3DC0276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732" y="637854"/>
            <a:ext cx="7068536" cy="459169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59D0FEA8-614F-20F5-0608-77B8B539F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729201" y="19006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05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ADE6E-F1B8-9143-5B47-4E064704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675AB2-25E2-BAD0-910A-34F8B8FFB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8D5C32-C094-72AD-D0FD-9C134A9DF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23B289A-FC6E-E436-FD3A-569CC2B9F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774B94CB-E482-D3FF-8973-9180E3AA0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628381" y="2839518"/>
            <a:ext cx="914400" cy="914400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9B320A0C-6B6C-97ED-FBE4-CEBDB56A8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19490">
            <a:off x="9680905" y="1777577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658CCC-B772-56AE-8205-35949B2EB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732" y="637854"/>
            <a:ext cx="7068536" cy="459169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C82D1498-C372-6DF4-F405-313BB7E6F2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729201" y="1900629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9C37B31A-DAF1-6776-F9C0-EC662457E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19490">
            <a:off x="9730146" y="34692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47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E5503-3330-552C-B01F-45EFE890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E40954-F939-535A-0A93-4294EA6F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15622B-ED4C-3118-0D9E-62885B77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C6B1C70-4354-2CC3-5356-34F52ECA2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3CB98805-9AA3-77B7-B39E-F738A91FF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628381" y="2839518"/>
            <a:ext cx="914400" cy="914400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BC2327FC-836E-3343-10CA-04BBA32332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19490">
            <a:off x="9680905" y="1777577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D8BB01-9877-E41B-A8CE-11F9B52D3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732" y="637854"/>
            <a:ext cx="7068536" cy="459169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F6A44DC7-EC8F-BDF8-5EFD-808BB292D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729201" y="1900629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51ACA4A2-95F1-BAE7-9D59-E3950A306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19490">
            <a:off x="9730146" y="3469260"/>
            <a:ext cx="914400" cy="914400"/>
          </a:xfrm>
          <a:prstGeom prst="rect">
            <a:avLst/>
          </a:prstGeom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0B504D90-3CFE-CAEA-173A-3D2AC02DB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577970" y="40476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50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46372-E6E2-F3BB-BCD2-7BE149D0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74C175-45E3-A1BD-4A78-2688F2E32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563DF4-1DFC-E7A5-46DC-B4C2C5469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7AC7C9-4FE6-A20D-89AE-237D60F58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A12E44-065C-87C6-9AB2-949BBA3E3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7" t="46667" r="12199" b="22272"/>
          <a:stretch>
            <a:fillRect/>
          </a:stretch>
        </p:blipFill>
        <p:spPr>
          <a:xfrm>
            <a:off x="3654136" y="1511061"/>
            <a:ext cx="4883727" cy="383587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4F5A956D-5811-EC69-0073-7EA498974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69143">
            <a:off x="9195037" y="1455143"/>
            <a:ext cx="1234445" cy="12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20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26C67-EB29-9613-E68B-9A5B2E8BF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FED137-AC94-4A15-1E61-EDDB2998C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D36B27-0356-070D-9E2A-A6B7B976A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8F8A705-D90D-FB82-A7FF-37AC528AD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09B7E-FF59-0873-E25F-3A8627335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57150"/>
            <a:ext cx="7068536" cy="569674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924426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AD430-2FDF-B2EC-0CCB-7517E2C1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F910FD-BE5D-CB15-D5D4-40D1C6473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4E32CF-A815-FD32-BB0F-59084C466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E830445-418C-8E3F-C00E-11440C8E2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37B51-00E4-9863-4D37-D278D33C0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57150"/>
            <a:ext cx="7068536" cy="569674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18302425-C070-E3D3-F15B-09CE26630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1527558" y="10570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70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15580-D14C-B4EE-1DBC-D5942E69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952EEF-E0C9-A90D-DC98-E364AF788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4B766B-4901-8198-9C31-3D8675F6D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69E9DC1-7028-3568-2770-D21AC5A9B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3A047C-5102-5FE6-41BB-C0A8C9181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732" y="57150"/>
            <a:ext cx="7068536" cy="569674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837BB953-F59E-D7DC-FC12-00A471743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90196">
            <a:off x="1527558" y="1057009"/>
            <a:ext cx="914400" cy="914400"/>
          </a:xfrm>
          <a:prstGeom prst="rect">
            <a:avLst/>
          </a:prstGeom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EF6FB82E-1D58-9C92-03E8-F1E29F5ABD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574782">
            <a:off x="9840865" y="17257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05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0049C-7982-5DF6-E5AC-4566A619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861B88-AA4C-6F59-8731-F99A1CC2D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C4632A-393B-8BEA-778E-562278A02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54363E8-B2EB-FE86-0F46-530184DC1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28073674-42E5-833A-97A0-305AD67DE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90196">
            <a:off x="1489452" y="1772743"/>
            <a:ext cx="914400" cy="914400"/>
          </a:xfrm>
          <a:prstGeom prst="rect">
            <a:avLst/>
          </a:prstGeom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0DD7FF69-E961-1284-99C1-93F581E2D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574782">
            <a:off x="9878971" y="3297401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ED9CE4-4BFA-8F74-51B2-764F124E6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626" y="937235"/>
            <a:ext cx="7144747" cy="426779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28491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430</Words>
  <Application>Microsoft Office PowerPoint</Application>
  <PresentationFormat>Widescreen</PresentationFormat>
  <Paragraphs>117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Delcour-Min</dc:creator>
  <cp:lastModifiedBy>Rose Delcour-Min</cp:lastModifiedBy>
  <cp:revision>1</cp:revision>
  <dcterms:created xsi:type="dcterms:W3CDTF">2026-07-03T12:16:38Z</dcterms:created>
  <dcterms:modified xsi:type="dcterms:W3CDTF">2026-07-03T19:10:08Z</dcterms:modified>
</cp:coreProperties>
</file>