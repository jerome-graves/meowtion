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265972-4330-4E04-90E1-16C9A01C1AF3}" v="14" dt="2026-07-03T12:06:24.8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e Delcour-Min" userId="566977e6f9e044bc" providerId="LiveId" clId="{0DA36CC1-7F53-477A-BAF6-753A4D788E3F}"/>
    <pc:docChg chg="undo custSel addSld delSld modSld">
      <pc:chgData name="Rose Delcour-Min" userId="566977e6f9e044bc" providerId="LiveId" clId="{0DA36CC1-7F53-477A-BAF6-753A4D788E3F}" dt="2026-07-03T12:15:31.710" v="120" actId="14861"/>
      <pc:docMkLst>
        <pc:docMk/>
      </pc:docMkLst>
      <pc:sldChg chg="del">
        <pc:chgData name="Rose Delcour-Min" userId="566977e6f9e044bc" providerId="LiveId" clId="{0DA36CC1-7F53-477A-BAF6-753A4D788E3F}" dt="2026-07-03T10:09:21.691" v="3" actId="47"/>
        <pc:sldMkLst>
          <pc:docMk/>
          <pc:sldMk cId="2667091953" sldId="256"/>
        </pc:sldMkLst>
      </pc:sldChg>
      <pc:sldChg chg="add del setBg">
        <pc:chgData name="Rose Delcour-Min" userId="566977e6f9e044bc" providerId="LiveId" clId="{0DA36CC1-7F53-477A-BAF6-753A4D788E3F}" dt="2026-07-03T10:09:21.031" v="2" actId="47"/>
        <pc:sldMkLst>
          <pc:docMk/>
          <pc:sldMk cId="1280519346" sldId="275"/>
        </pc:sldMkLst>
      </pc:sldChg>
      <pc:sldChg chg="modSp add mod modNotesTx">
        <pc:chgData name="Rose Delcour-Min" userId="566977e6f9e044bc" providerId="LiveId" clId="{0DA36CC1-7F53-477A-BAF6-753A4D788E3F}" dt="2026-07-03T10:09:35.799" v="31" actId="20577"/>
        <pc:sldMkLst>
          <pc:docMk/>
          <pc:sldMk cId="2676229941" sldId="276"/>
        </pc:sldMkLst>
        <pc:spChg chg="mod">
          <ac:chgData name="Rose Delcour-Min" userId="566977e6f9e044bc" providerId="LiveId" clId="{0DA36CC1-7F53-477A-BAF6-753A4D788E3F}" dt="2026-07-03T10:09:31.943" v="23" actId="20577"/>
          <ac:spMkLst>
            <pc:docMk/>
            <pc:sldMk cId="2676229941" sldId="276"/>
            <ac:spMk id="2" creationId="{297D7DB4-5750-E639-F1E6-6D6838F97F8D}"/>
          </ac:spMkLst>
        </pc:spChg>
      </pc:sldChg>
      <pc:sldChg chg="addSp delSp modSp add mod">
        <pc:chgData name="Rose Delcour-Min" userId="566977e6f9e044bc" providerId="LiveId" clId="{0DA36CC1-7F53-477A-BAF6-753A4D788E3F}" dt="2026-07-03T12:05:44.162" v="101" actId="1076"/>
        <pc:sldMkLst>
          <pc:docMk/>
          <pc:sldMk cId="368410378" sldId="277"/>
        </pc:sldMkLst>
        <pc:spChg chg="del">
          <ac:chgData name="Rose Delcour-Min" userId="566977e6f9e044bc" providerId="LiveId" clId="{0DA36CC1-7F53-477A-BAF6-753A4D788E3F}" dt="2026-07-03T10:14:43.265" v="33" actId="478"/>
          <ac:spMkLst>
            <pc:docMk/>
            <pc:sldMk cId="368410378" sldId="277"/>
            <ac:spMk id="2" creationId="{8A1314AF-D71D-70C6-0392-29FF957E468E}"/>
          </ac:spMkLst>
        </pc:spChg>
        <pc:picChg chg="add">
          <ac:chgData name="Rose Delcour-Min" userId="566977e6f9e044bc" providerId="LiveId" clId="{0DA36CC1-7F53-477A-BAF6-753A4D788E3F}" dt="2026-07-03T10:44:03.607" v="34" actId="22"/>
          <ac:picMkLst>
            <pc:docMk/>
            <pc:sldMk cId="368410378" sldId="277"/>
            <ac:picMk id="6" creationId="{D946138B-C33E-B065-957C-012061B6B035}"/>
          </ac:picMkLst>
        </pc:picChg>
        <pc:picChg chg="add mod">
          <ac:chgData name="Rose Delcour-Min" userId="566977e6f9e044bc" providerId="LiveId" clId="{0DA36CC1-7F53-477A-BAF6-753A4D788E3F}" dt="2026-07-03T12:05:44.162" v="101" actId="1076"/>
          <ac:picMkLst>
            <pc:docMk/>
            <pc:sldMk cId="368410378" sldId="277"/>
            <ac:picMk id="8" creationId="{06A95B09-1B86-2C2D-91FD-0B2C49A2E1EF}"/>
          </ac:picMkLst>
        </pc:picChg>
      </pc:sldChg>
      <pc:sldChg chg="addSp delSp modSp add mod">
        <pc:chgData name="Rose Delcour-Min" userId="566977e6f9e044bc" providerId="LiveId" clId="{0DA36CC1-7F53-477A-BAF6-753A4D788E3F}" dt="2026-07-03T12:13:07.309" v="108" actId="14861"/>
        <pc:sldMkLst>
          <pc:docMk/>
          <pc:sldMk cId="58233475" sldId="278"/>
        </pc:sldMkLst>
        <pc:picChg chg="add mod">
          <ac:chgData name="Rose Delcour-Min" userId="566977e6f9e044bc" providerId="LiveId" clId="{0DA36CC1-7F53-477A-BAF6-753A4D788E3F}" dt="2026-07-03T12:13:07.309" v="108" actId="14861"/>
          <ac:picMkLst>
            <pc:docMk/>
            <pc:sldMk cId="58233475" sldId="278"/>
            <ac:picMk id="4" creationId="{D007656E-FC84-E1E1-E520-D3D8133BDF30}"/>
          </ac:picMkLst>
        </pc:picChg>
        <pc:picChg chg="del">
          <ac:chgData name="Rose Delcour-Min" userId="566977e6f9e044bc" providerId="LiveId" clId="{0DA36CC1-7F53-477A-BAF6-753A4D788E3F}" dt="2026-07-03T10:51:56.410" v="36" actId="478"/>
          <ac:picMkLst>
            <pc:docMk/>
            <pc:sldMk cId="58233475" sldId="278"/>
            <ac:picMk id="6" creationId="{8B7E2EB3-76CE-349C-C39C-05CF98619BA5}"/>
          </ac:picMkLst>
        </pc:picChg>
        <pc:picChg chg="add mod">
          <ac:chgData name="Rose Delcour-Min" userId="566977e6f9e044bc" providerId="LiveId" clId="{0DA36CC1-7F53-477A-BAF6-753A4D788E3F}" dt="2026-07-03T12:00:20.140" v="45" actId="688"/>
          <ac:picMkLst>
            <pc:docMk/>
            <pc:sldMk cId="58233475" sldId="278"/>
            <ac:picMk id="8" creationId="{A7543A58-1F4D-BFBD-567E-3A28F460B795}"/>
          </ac:picMkLst>
        </pc:picChg>
        <pc:picChg chg="add mod">
          <ac:chgData name="Rose Delcour-Min" userId="566977e6f9e044bc" providerId="LiveId" clId="{0DA36CC1-7F53-477A-BAF6-753A4D788E3F}" dt="2026-07-03T12:00:33.024" v="50" actId="688"/>
          <ac:picMkLst>
            <pc:docMk/>
            <pc:sldMk cId="58233475" sldId="278"/>
            <ac:picMk id="11" creationId="{B88B02AF-1177-7266-4189-A7D236C50363}"/>
          </ac:picMkLst>
        </pc:picChg>
      </pc:sldChg>
      <pc:sldChg chg="addSp modSp add mod">
        <pc:chgData name="Rose Delcour-Min" userId="566977e6f9e044bc" providerId="LiveId" clId="{0DA36CC1-7F53-477A-BAF6-753A4D788E3F}" dt="2026-07-03T12:15:04.218" v="114" actId="1076"/>
        <pc:sldMkLst>
          <pc:docMk/>
          <pc:sldMk cId="3059168251" sldId="279"/>
        </pc:sldMkLst>
        <pc:picChg chg="mod">
          <ac:chgData name="Rose Delcour-Min" userId="566977e6f9e044bc" providerId="LiveId" clId="{0DA36CC1-7F53-477A-BAF6-753A4D788E3F}" dt="2026-07-03T12:15:04.218" v="114" actId="1076"/>
          <ac:picMkLst>
            <pc:docMk/>
            <pc:sldMk cId="3059168251" sldId="279"/>
            <ac:picMk id="4" creationId="{64256142-3304-652D-6BEF-683E6C124252}"/>
          </ac:picMkLst>
        </pc:picChg>
        <pc:picChg chg="add mod">
          <ac:chgData name="Rose Delcour-Min" userId="566977e6f9e044bc" providerId="LiveId" clId="{0DA36CC1-7F53-477A-BAF6-753A4D788E3F}" dt="2026-07-03T12:01:11.016" v="54" actId="688"/>
          <ac:picMkLst>
            <pc:docMk/>
            <pc:sldMk cId="3059168251" sldId="279"/>
            <ac:picMk id="6" creationId="{5163D2F1-31C1-877F-26FB-8BDD3A1F3CC8}"/>
          </ac:picMkLst>
        </pc:picChg>
        <pc:picChg chg="add mod">
          <ac:chgData name="Rose Delcour-Min" userId="566977e6f9e044bc" providerId="LiveId" clId="{0DA36CC1-7F53-477A-BAF6-753A4D788E3F}" dt="2026-07-03T12:02:12.324" v="65" actId="688"/>
          <ac:picMkLst>
            <pc:docMk/>
            <pc:sldMk cId="3059168251" sldId="279"/>
            <ac:picMk id="8" creationId="{7BF48210-D552-41D7-6F74-23C66D67D92D}"/>
          </ac:picMkLst>
        </pc:picChg>
      </pc:sldChg>
      <pc:sldChg chg="addSp modSp add mod modNotesTx">
        <pc:chgData name="Rose Delcour-Min" userId="566977e6f9e044bc" providerId="LiveId" clId="{0DA36CC1-7F53-477A-BAF6-753A4D788E3F}" dt="2026-07-03T12:15:18.410" v="117" actId="14861"/>
        <pc:sldMkLst>
          <pc:docMk/>
          <pc:sldMk cId="3014640950" sldId="280"/>
        </pc:sldMkLst>
        <pc:picChg chg="mod">
          <ac:chgData name="Rose Delcour-Min" userId="566977e6f9e044bc" providerId="LiveId" clId="{0DA36CC1-7F53-477A-BAF6-753A4D788E3F}" dt="2026-07-03T12:15:18.410" v="117" actId="14861"/>
          <ac:picMkLst>
            <pc:docMk/>
            <pc:sldMk cId="3014640950" sldId="280"/>
            <ac:picMk id="4" creationId="{820B9E4D-860F-7CE2-D277-ED573CF40AF2}"/>
          </ac:picMkLst>
        </pc:picChg>
        <pc:picChg chg="add mod">
          <ac:chgData name="Rose Delcour-Min" userId="566977e6f9e044bc" providerId="LiveId" clId="{0DA36CC1-7F53-477A-BAF6-753A4D788E3F}" dt="2026-07-03T12:02:48.323" v="69" actId="688"/>
          <ac:picMkLst>
            <pc:docMk/>
            <pc:sldMk cId="3014640950" sldId="280"/>
            <ac:picMk id="6" creationId="{C308521E-6419-A7AD-F967-551F2E3FD50D}"/>
          </ac:picMkLst>
        </pc:picChg>
        <pc:picChg chg="add mod">
          <ac:chgData name="Rose Delcour-Min" userId="566977e6f9e044bc" providerId="LiveId" clId="{0DA36CC1-7F53-477A-BAF6-753A4D788E3F}" dt="2026-07-03T12:02:56.284" v="73" actId="688"/>
          <ac:picMkLst>
            <pc:docMk/>
            <pc:sldMk cId="3014640950" sldId="280"/>
            <ac:picMk id="8" creationId="{D928BBF8-69EB-17CF-4319-45C68A576DBD}"/>
          </ac:picMkLst>
        </pc:picChg>
      </pc:sldChg>
      <pc:sldChg chg="addSp delSp modSp add mod modNotesTx">
        <pc:chgData name="Rose Delcour-Min" userId="566977e6f9e044bc" providerId="LiveId" clId="{0DA36CC1-7F53-477A-BAF6-753A4D788E3F}" dt="2026-07-03T12:05:13.984" v="96" actId="1076"/>
        <pc:sldMkLst>
          <pc:docMk/>
          <pc:sldMk cId="1907164317" sldId="281"/>
        </pc:sldMkLst>
        <pc:picChg chg="del">
          <ac:chgData name="Rose Delcour-Min" userId="566977e6f9e044bc" providerId="LiveId" clId="{0DA36CC1-7F53-477A-BAF6-753A4D788E3F}" dt="2026-07-03T12:03:21.203" v="75" actId="478"/>
          <ac:picMkLst>
            <pc:docMk/>
            <pc:sldMk cId="1907164317" sldId="281"/>
            <ac:picMk id="4" creationId="{426C0128-1AA9-0A57-6EC4-1D0F86432318}"/>
          </ac:picMkLst>
        </pc:picChg>
        <pc:picChg chg="del">
          <ac:chgData name="Rose Delcour-Min" userId="566977e6f9e044bc" providerId="LiveId" clId="{0DA36CC1-7F53-477A-BAF6-753A4D788E3F}" dt="2026-07-03T12:03:47.330" v="77" actId="478"/>
          <ac:picMkLst>
            <pc:docMk/>
            <pc:sldMk cId="1907164317" sldId="281"/>
            <ac:picMk id="6" creationId="{18178AD0-5C10-5BE0-D1F7-F42EB5ACA4B9}"/>
          </ac:picMkLst>
        </pc:picChg>
        <pc:picChg chg="add del">
          <ac:chgData name="Rose Delcour-Min" userId="566977e6f9e044bc" providerId="LiveId" clId="{0DA36CC1-7F53-477A-BAF6-753A4D788E3F}" dt="2026-07-03T12:04:15.680" v="83" actId="478"/>
          <ac:picMkLst>
            <pc:docMk/>
            <pc:sldMk cId="1907164317" sldId="281"/>
            <ac:picMk id="7" creationId="{D8FEED67-372D-AAF4-E449-A9D7E72D2469}"/>
          </ac:picMkLst>
        </pc:picChg>
        <pc:picChg chg="del">
          <ac:chgData name="Rose Delcour-Min" userId="566977e6f9e044bc" providerId="LiveId" clId="{0DA36CC1-7F53-477A-BAF6-753A4D788E3F}" dt="2026-07-03T12:03:49.205" v="78" actId="478"/>
          <ac:picMkLst>
            <pc:docMk/>
            <pc:sldMk cId="1907164317" sldId="281"/>
            <ac:picMk id="8" creationId="{3CB2F753-F4AF-BCCE-4D26-F70DF80BCDE9}"/>
          </ac:picMkLst>
        </pc:picChg>
        <pc:picChg chg="add mod">
          <ac:chgData name="Rose Delcour-Min" userId="566977e6f9e044bc" providerId="LiveId" clId="{0DA36CC1-7F53-477A-BAF6-753A4D788E3F}" dt="2026-07-03T12:05:09.919" v="95" actId="1076"/>
          <ac:picMkLst>
            <pc:docMk/>
            <pc:sldMk cId="1907164317" sldId="281"/>
            <ac:picMk id="11" creationId="{60B42943-A335-C3E9-FB50-B26D7E6ACA57}"/>
          </ac:picMkLst>
        </pc:picChg>
        <pc:picChg chg="add mod">
          <ac:chgData name="Rose Delcour-Min" userId="566977e6f9e044bc" providerId="LiveId" clId="{0DA36CC1-7F53-477A-BAF6-753A4D788E3F}" dt="2026-07-03T12:05:13.984" v="96" actId="1076"/>
          <ac:picMkLst>
            <pc:docMk/>
            <pc:sldMk cId="1907164317" sldId="281"/>
            <ac:picMk id="13" creationId="{DD80629B-221F-8F44-BE50-4BA9DF63158D}"/>
          </ac:picMkLst>
        </pc:picChg>
      </pc:sldChg>
      <pc:sldChg chg="modSp add mod modNotesTx">
        <pc:chgData name="Rose Delcour-Min" userId="566977e6f9e044bc" providerId="LiveId" clId="{0DA36CC1-7F53-477A-BAF6-753A4D788E3F}" dt="2026-07-03T12:15:31.710" v="120" actId="14861"/>
        <pc:sldMkLst>
          <pc:docMk/>
          <pc:sldMk cId="825356363" sldId="282"/>
        </pc:sldMkLst>
        <pc:picChg chg="mod">
          <ac:chgData name="Rose Delcour-Min" userId="566977e6f9e044bc" providerId="LiveId" clId="{0DA36CC1-7F53-477A-BAF6-753A4D788E3F}" dt="2026-07-03T12:15:31.710" v="120" actId="14861"/>
          <ac:picMkLst>
            <pc:docMk/>
            <pc:sldMk cId="825356363" sldId="282"/>
            <ac:picMk id="7" creationId="{003F8DF8-970E-C2BB-63C6-225CD3E1BF2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291B7-A906-4461-BDF9-E3668C348D5A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FC693F-5E17-4679-AAF5-97FF343507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724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collar’s firmware has 4 jobs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519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91256-4EE2-CD4C-BA7E-B1B42840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ED91A-AF4E-393E-2D4E-BBF49CA95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037D6-2E24-E05D-043A-BCE491EC2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 Run the rules based activity gate: while the cat is active sample to the IMU and run the classifier cascade, on sustained stillness drop to low power rest until motion returns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36F32-C8A8-FC74-5DB5-BDE03002A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0798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232D4-62F8-3348-7298-D58BECE34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136F2-A633-9C70-CF41-45B51DB47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8F7CB-66AD-8968-0C7C-C5597E5A2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2 advertise the result as an 8 byte BLE telemetry packet for the station to read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BC937-519D-944B-5CFD-D36F69B5E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5044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1D3F1-BC39-C2B7-59F3-847ECCB37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F8D93-2D6B-B37B-EC85-463FFF9BD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AA510-56E8-9F30-DF51-D865EA0A3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3 in training mode, stream paired audio and IMU frames to a subscribed station for capture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B0462-361C-5689-B675-E87EBE675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4690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054C8-B79A-5E11-FBBE-1A016370A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D7F4E-6DE9-65A7-F969-290D7AF76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05DFE-2ADF-FAFB-D994-9CA26DA2D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4 receive new models over the air and swap them in safely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F14B7-0A1C-92CF-240D-CB135806ED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3222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B440F-AE36-D1A8-995D-9C8E8A81F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089A6-61C6-11DD-9445-3DDE63CA0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93489C-754C-53EA-2EAE-47A8BF605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station’s firmware is a BLE central that hears registered collars and a </a:t>
            </a:r>
            <a:r>
              <a:rPr lang="en-GB" dirty="0" err="1"/>
              <a:t>wifi</a:t>
            </a:r>
            <a:r>
              <a:rPr lang="en-GB" dirty="0"/>
              <a:t> gateway that relays them to the owners firebase account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C7E53-45B3-14AB-6F4A-BF4D7CD88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8401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E0462-266F-0E8D-71B8-ECB423573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BC034-1754-A742-6A61-ED86D4D26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786D8-24BD-BF29-289B-38C7947BF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it also captures short audio and IMU training clips and uploads them and delivers trained models to the collar over 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E1B7E-1722-B087-DD94-2F51C7AA5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8AFE21-92E6-4E35-9DA5-1B88D5F6031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8854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8891-638D-1F4C-98C5-B3037BBB7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30576-3E65-E1DF-7861-AD1BFCD46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090CE-F448-419A-4840-4F695B356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9BA-E00E-4ECB-9577-0B1473255A0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10561-D0B8-9D42-4298-95018DDA1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25589-241B-3F96-C3CA-E0CF444FC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8C68-E6EB-4FD9-9B12-28D8D3D616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497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E50CE-F422-56EB-9252-0AD201A1D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7D519-4368-F294-2A3C-8AA6057F5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6AA65-8723-8128-078C-F9A4A7E65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9BA-E00E-4ECB-9577-0B1473255A0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8BA7E-33EF-9E19-B2C2-FBB7A2E16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BC5A2-C8C3-73F6-4417-04A42E533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8C68-E6EB-4FD9-9B12-28D8D3D616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88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E731-DB13-6E4F-78DC-B7B05C6C8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73B25-3C17-A8EC-0BB3-BE8F037B8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4F154-58EC-1CFB-F0E0-391AA72FE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9BA-E00E-4ECB-9577-0B1473255A0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1AB8F-E871-6B92-0D9D-DE4D658E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450-E3A9-DFCC-BDE3-2E7BA6DFB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8C68-E6EB-4FD9-9B12-28D8D3D616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652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54C35-D991-4BBF-1809-89289BDB1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E6F3B-76B3-2C50-3310-43CCE3F42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18169-6906-BD31-C99B-5C9BED874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03F86-CB1D-45A3-9D3F-8647DBC5F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9BA-E00E-4ECB-9577-0B1473255A0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2EBE7-CB2D-A6FA-DDBD-B8F3FEE45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B5DBE-311E-DFC6-E050-B54A0779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8C68-E6EB-4FD9-9B12-28D8D3D616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082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3CDA9-91BD-BB3A-67E9-6FD68D62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E7EE1-FEE6-F115-1456-1003B473B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E1C15-09E8-0BA1-5212-3944C45A3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D668CF-C083-2F05-26F9-BD500CF11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B64D6A-678A-47DD-BD59-5C020CBC98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B4B260-38DA-06B1-54D1-B43838AB4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9BA-E00E-4ECB-9577-0B1473255A0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E0806E-7734-8B55-A1B9-18EBA09B8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96B0B7-C71C-5BDE-D245-8E213503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8C68-E6EB-4FD9-9B12-28D8D3D616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800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11D27-0BD6-D2AB-F1D6-FB8E41A0D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912EE8-694E-973A-BE4A-A6DA8EC5B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9BA-E00E-4ECB-9577-0B1473255A0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BBFA1-4C31-D217-2AEA-BBF8B6698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D7CC2-153D-EA30-C1E1-708826E46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8C68-E6EB-4FD9-9B12-28D8D3D616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17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F60E9-3F2B-63DE-3257-2DD5F3C9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9BA-E00E-4ECB-9577-0B1473255A0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C4EE4A-AA9B-AB57-41D1-B7EB1FA05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FD726-A315-EC0E-8F56-943D6E91E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8C68-E6EB-4FD9-9B12-28D8D3D616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12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B35D4-8537-2A42-ABD1-1AE4D0592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07E4A-78B3-587A-D3D2-CDD84C167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974048-94DD-DCFC-3237-B59A69C8B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2A9F7-33B5-63EF-B337-840DE9118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9BA-E00E-4ECB-9577-0B1473255A0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7D85A-B42D-9359-8921-9A2A7BEE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B2BF6-FF71-9FC8-C1BD-A95FBA9D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8C68-E6EB-4FD9-9B12-28D8D3D616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71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82AE8-CD75-4BE4-E0BE-CF9E2EEBC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8A5AE7-08AB-4329-9814-E30E45B18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020BC-4093-E81C-4873-CBCD6FAF0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DAAFB-AC45-850B-B7AD-FD0D4BFEF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9BA-E00E-4ECB-9577-0B1473255A0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AD832-E8E6-08F2-352E-16678F61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2866A-68E8-C0D9-8D8A-D7C41982F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8C68-E6EB-4FD9-9B12-28D8D3D616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73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98400-79BF-8A3A-319F-4EBC6F7BE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17114-EF85-94A2-C5E6-745F68561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C4EF4-CECA-1C95-A361-BCB3170E5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9BA-E00E-4ECB-9577-0B1473255A0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A4826-6EBD-8EC4-1F83-4AB67BE2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DB76E-30FA-D66E-1C1B-477680A7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8C68-E6EB-4FD9-9B12-28D8D3D616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071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A06118-2D83-B93A-B290-A0F702344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42533-A248-78B1-EF65-862A6C3C0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8A4D2-C04A-683F-72DB-EB022F9DD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9BA-E00E-4ECB-9577-0B1473255A0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25EB6-B2A4-1538-0789-879B2200F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182DC-98AA-25D3-9A9A-BB0A95A4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8C68-E6EB-4FD9-9B12-28D8D3D616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28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3371AC-F412-984E-1CE8-D17607805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7F2A3-22B3-6E95-6C05-C7B039F50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DF418-251A-6FBD-AED0-7A96D856E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71F9BA-E00E-4ECB-9577-0B1473255A05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9EBB6-32AF-457D-5964-31366C3A5F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28A3D-7DB2-195D-53AE-EFB51C282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A18C68-E6EB-4FD9-9B12-28D8D3D616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43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8ABE60-483A-08D3-8B2F-4DCA336DB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3D19630-2C80-3EFB-0B3F-37D3A24A7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AB4FDB-8769-D0EA-3A29-DD962F8FC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53D5092-E298-20E2-BB8D-CD93C4AEC1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297D7DB4-5750-E639-F1E6-6D6838F97F8D}"/>
              </a:ext>
            </a:extLst>
          </p:cNvPr>
          <p:cNvSpPr txBox="1">
            <a:spLocks/>
          </p:cNvSpPr>
          <p:nvPr/>
        </p:nvSpPr>
        <p:spPr>
          <a:xfrm>
            <a:off x="3283267" y="2608193"/>
            <a:ext cx="5625466" cy="1354208"/>
          </a:xfrm>
          <a:prstGeom prst="rect">
            <a:avLst/>
          </a:prstGeo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vert="horz" lIns="91440" tIns="45720" rIns="91440" bIns="45720" rtlCol="0"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4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FIRMWARE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229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F5401-2AF2-37A8-14E3-BD76F2F72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778B5D-81C6-C027-8041-D7A70084F7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184B60-2C18-E207-1F6B-0B4C21551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AAA2021-60D5-6BE1-DC03-0D62E226AC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46138B-C33E-B065-957C-012061B6B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626" y="847432"/>
            <a:ext cx="7144747" cy="4191585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8" name="Graphic 7" descr="Line arrow: Straight with solid fill">
            <a:extLst>
              <a:ext uri="{FF2B5EF4-FFF2-40B4-BE49-F238E27FC236}">
                <a16:creationId xmlns:a16="http://schemas.microsoft.com/office/drawing/2014/main" id="{06A95B09-1B86-2C2D-91FD-0B2C49A2E1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416354">
            <a:off x="2120699" y="3058097"/>
            <a:ext cx="1792558" cy="179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0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598F89-09D3-7939-59D6-59B30E263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496095-ABEB-E1D1-B66F-520C8074C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4B53FA3-F855-919B-D6DE-62AC71CA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874B75A-85DA-D21E-B5B8-0F1CF76ABD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07656E-FC84-E1E1-E520-D3D8133BD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679" y="856947"/>
            <a:ext cx="7106642" cy="4344006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8" name="Graphic 7" descr="Books with solid fill">
            <a:extLst>
              <a:ext uri="{FF2B5EF4-FFF2-40B4-BE49-F238E27FC236}">
                <a16:creationId xmlns:a16="http://schemas.microsoft.com/office/drawing/2014/main" id="{A7543A58-1F4D-BFBD-567E-3A28F460B7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442723">
            <a:off x="10200409" y="1870364"/>
            <a:ext cx="1257300" cy="1257300"/>
          </a:xfrm>
          <a:prstGeom prst="rect">
            <a:avLst/>
          </a:prstGeom>
        </p:spPr>
      </p:pic>
      <p:pic>
        <p:nvPicPr>
          <p:cNvPr id="11" name="Graphic 10" descr="Books with solid fill">
            <a:extLst>
              <a:ext uri="{FF2B5EF4-FFF2-40B4-BE49-F238E27FC236}">
                <a16:creationId xmlns:a16="http://schemas.microsoft.com/office/drawing/2014/main" id="{B88B02AF-1177-7266-4189-A7D236C503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70511">
            <a:off x="871466" y="3835914"/>
            <a:ext cx="1086803" cy="10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33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96E50-1BA4-9DCA-7C6E-45A7BD9B1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DDB3FD-234F-C9BB-B19F-1C8BA38FC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05F036-F89D-54D3-BCCB-B970BF380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34230DD-BACF-5204-48AA-8BB600C245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256142-3304-652D-6BEF-683E6C124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679" y="856947"/>
            <a:ext cx="7106642" cy="4344006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6" name="Graphic 5" descr="Video camera with solid fill">
            <a:extLst>
              <a:ext uri="{FF2B5EF4-FFF2-40B4-BE49-F238E27FC236}">
                <a16:creationId xmlns:a16="http://schemas.microsoft.com/office/drawing/2014/main" id="{5163D2F1-31C1-877F-26FB-8BDD3A1F3C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915427">
            <a:off x="529675" y="2114550"/>
            <a:ext cx="945834" cy="945834"/>
          </a:xfrm>
          <a:prstGeom prst="rect">
            <a:avLst/>
          </a:prstGeom>
        </p:spPr>
      </p:pic>
      <p:pic>
        <p:nvPicPr>
          <p:cNvPr id="8" name="Graphic 7" descr="Video camera with solid fill">
            <a:extLst>
              <a:ext uri="{FF2B5EF4-FFF2-40B4-BE49-F238E27FC236}">
                <a16:creationId xmlns:a16="http://schemas.microsoft.com/office/drawing/2014/main" id="{7BF48210-D552-41D7-6F74-23C66D67D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492619" flipH="1">
            <a:off x="10104890" y="3173269"/>
            <a:ext cx="1399271" cy="139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168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0964A-8D50-2EBE-A059-F185632DD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06F72E-B09A-2D99-D657-4C1C03165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A29E9C-10C2-4702-00B1-51AFEB361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63012EA-B666-7E2D-5AFD-186482EA3D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0B9E4D-860F-7CE2-D277-ED573CF40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679" y="856947"/>
            <a:ext cx="7106642" cy="4344006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6" name="Graphic 5" descr="Lock with solid fill">
            <a:extLst>
              <a:ext uri="{FF2B5EF4-FFF2-40B4-BE49-F238E27FC236}">
                <a16:creationId xmlns:a16="http://schemas.microsoft.com/office/drawing/2014/main" id="{C308521E-6419-A7AD-F967-551F2E3FD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613789">
            <a:off x="388620" y="2514600"/>
            <a:ext cx="1097280" cy="1097280"/>
          </a:xfrm>
          <a:prstGeom prst="rect">
            <a:avLst/>
          </a:prstGeom>
        </p:spPr>
      </p:pic>
      <p:pic>
        <p:nvPicPr>
          <p:cNvPr id="8" name="Graphic 7" descr="Lock with solid fill">
            <a:extLst>
              <a:ext uri="{FF2B5EF4-FFF2-40B4-BE49-F238E27FC236}">
                <a16:creationId xmlns:a16="http://schemas.microsoft.com/office/drawing/2014/main" id="{D928BBF8-69EB-17CF-4319-45C68A576D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35516">
            <a:off x="10299362" y="700914"/>
            <a:ext cx="1612973" cy="16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64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3456E-36A2-83D9-95E3-EA46E3389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4AB966-4017-5E3F-037A-4FFF2ED32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9D7BDC-207C-FFF7-1654-F63F044DDC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79FDD04-01EB-277A-E975-9DB4A5BDA0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B42943-A335-C3E9-FB50-B26D7E6AC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626" y="1266532"/>
            <a:ext cx="7144747" cy="4191585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  <p:pic>
        <p:nvPicPr>
          <p:cNvPr id="13" name="Graphic 12" descr="Line arrow: Straight with solid fill">
            <a:extLst>
              <a:ext uri="{FF2B5EF4-FFF2-40B4-BE49-F238E27FC236}">
                <a16:creationId xmlns:a16="http://schemas.microsoft.com/office/drawing/2014/main" id="{DD80629B-221F-8F44-BE50-4BA9DF6315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586790">
            <a:off x="7445175" y="3360184"/>
            <a:ext cx="1792558" cy="179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64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10476D-EBD1-066D-FF52-C4D250632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659D6C-7458-EFCE-369E-B01732ED6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35" y="5953373"/>
            <a:ext cx="3722370" cy="710882"/>
          </a:xfrm>
          <a:solidFill>
            <a:srgbClr val="F7E53B"/>
          </a:solidFill>
          <a:ln w="25400">
            <a:solidFill>
              <a:schemeClr val="tx1"/>
            </a:solidFill>
          </a:ln>
          <a:effectLst>
            <a:outerShdw dist="38100" dir="2700000" algn="tl" rotWithShape="0">
              <a:schemeClr val="tx1"/>
            </a:outerShdw>
          </a:effectLst>
        </p:spPr>
        <p:txBody>
          <a:bodyPr anchor="ctr" anchorCtr="1"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#HACKTHEKITTY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C333AEB-1B62-A736-4140-460D0D0F2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" y="5566975"/>
            <a:ext cx="4968240" cy="1097280"/>
          </a:xfrm>
        </p:spPr>
        <p:txBody>
          <a:bodyPr>
            <a:normAutofit/>
          </a:bodyPr>
          <a:lstStyle/>
          <a:p>
            <a:r>
              <a:rPr lang="en-GB" sz="5500" b="1" dirty="0">
                <a:latin typeface="Arial" panose="020B0604020202020204" pitchFamily="34" charset="0"/>
                <a:cs typeface="Arial" panose="020B0604020202020204" pitchFamily="34" charset="0"/>
              </a:rPr>
              <a:t>Meowtion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641A8BA-DC8B-C759-76E7-1953F61CF6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" y="5682836"/>
            <a:ext cx="981419" cy="9814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3F8DF8-970E-C2BB-63C6-225CD3E1B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100" y="1685681"/>
            <a:ext cx="7163800" cy="3486637"/>
          </a:xfrm>
          <a:prstGeom prst="rect">
            <a:avLst/>
          </a:prstGeom>
          <a:effectLst>
            <a:outerShdw dist="38100" dir="2700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825356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165</Words>
  <Application>Microsoft Office PowerPoint</Application>
  <PresentationFormat>Widescreen</PresentationFormat>
  <Paragraphs>29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Meowtion</vt:lpstr>
      <vt:lpstr>Meowtion</vt:lpstr>
      <vt:lpstr>Meowtion</vt:lpstr>
      <vt:lpstr>Meowtion</vt:lpstr>
      <vt:lpstr>Meowtion</vt:lpstr>
      <vt:lpstr>Meowtion</vt:lpstr>
      <vt:lpstr>Meowtion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Rose Delcour-Min</dc:creator>
  <cp:lastModifiedBy>Rose Delcour-Min</cp:lastModifiedBy>
  <cp:revision>1</cp:revision>
  <dcterms:created xsi:type="dcterms:W3CDTF">2026-07-03T10:08:19Z</dcterms:created>
  <dcterms:modified xsi:type="dcterms:W3CDTF">2026-07-03T12:15:39Z</dcterms:modified>
</cp:coreProperties>
</file>