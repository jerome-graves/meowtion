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F7F7-981B-C085-77C1-9B839249E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77948-E99E-2325-B6A3-FF6E59AE7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0AA2-FCB3-7AEB-AEA0-9B298ACF8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8A16A-BBC1-93D2-4660-D36FCE8C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57E3-ED07-CE84-6C3B-17311239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34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081F-AEE2-1397-2F33-90BEED4A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E230A-A231-ECF3-63A4-05DCF741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11A3E-9CDE-EC07-CF15-8870A044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220F1-8A1F-F49C-74EE-46979BB1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AE42-C396-503E-E6F7-E897371F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91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23A33-D8B6-E7C6-3EBF-867340BE6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D013B-0BBB-CACD-6EF7-650B333DA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7E9D7-172A-11EE-4D1F-0E631F49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A5084-E154-F91A-88A1-4B434B32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11DB-C6D6-A548-A695-9DFE9D6A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91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1A16-F1F1-240C-B8DE-FCC4A710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8E44-33A9-A2BF-D530-BC74208CE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86E3C-71BB-B9E8-4836-FFE72B559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330EB-4BBB-52CC-EA06-C8D66511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793BE-6B34-C4D0-4850-AD08DC49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A3F30-231C-D02A-3163-989D3546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33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A54F-B74E-484B-9DC9-322E9338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C820D-22E5-3C3F-F293-A673DCBA8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1920F-9F6B-B3EF-9D5D-346C3EC59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EDD2C-6F3A-6272-5D7F-10906B738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A7768-86E7-755A-1A71-03B7264A6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5069A-EFBC-DAAE-3616-93661CB8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20501-1E17-755A-6F75-AA34D276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A4FAF-23B1-0174-2708-134E1F1A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46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8B85-EA94-F8E1-C74F-3D92728A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B06D9E-7E79-04D7-E1B0-BAC6602B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45FAF-FBF0-8783-FB7E-AD9A7EA4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35EB7-B3CF-C710-239B-5393D7CE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46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34B94-6304-26B0-F33F-67BBAE59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CBEA4-50BE-2FB2-0C43-B0C6A320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896C0-BCFC-4316-7DB6-16F658C3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8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48CB-BC8C-E2B6-21F6-C63C13B2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654E-5A43-53CF-E1CA-B2B48258E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0663A-5865-F713-7DB3-93BE22914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F4FDB-0E71-89FA-2A35-504374D4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9F03F-ACF7-25CE-4DBF-FC1D4C293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EBCEE-F885-BC4C-46C4-438B39F9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26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ABC4-CCD2-F5AC-75A6-FCA76CEC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2D9CB-FA61-8C57-B0F3-3C5162F12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E789F-20F3-741C-BCC0-99510083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296E6-E0FF-4139-24BD-FA171D40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F5DCF-17A8-5CDB-B21C-BDCD63F6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8779-7397-3A1B-FF4C-4A8428B4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23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53DA-891A-6E36-208D-E9A42793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FB940-C790-476A-6563-D905F023E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C264A-8EA3-8B76-C9E8-39D4CAE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A99A-C4B3-ADA7-7412-E71B118A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CDF4-DAB6-4073-22FB-F9B9D615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9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90A29-1224-415B-24BE-0F8031BBA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A8EA1-B46E-6A05-0239-46B968AF2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9FEA2-105E-B52B-0528-46CC00C8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F5E0-1717-FB4D-621B-CCC350B5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D2E88-7DBE-A154-77A1-9073D9B6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6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21A64-3843-0E12-FAF8-5DABC9B8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A216C-1925-D1E0-F8BE-689C7EF7F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45267-70FB-D5B9-F1E9-9310CE203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F7FC0-5A10-4802-8AFD-D2D6F9CBA201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E6783-D7ED-6C8C-7A6D-A80747D34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1CBF9-20C2-91C9-4EC5-CF4D17B7B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A1CF9-83A4-490B-9BFA-8AB70B496A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44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364B3-FE5F-B3E8-F903-17D24917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D21818-3556-5A14-E593-73F3A2E6E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18136B-FD3D-7D0A-7E1F-8D6020F58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1C9703-08A7-FBD7-96A2-6CE07262E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996966AC-2395-249D-A53B-2C27C2B23C85}"/>
              </a:ext>
            </a:extLst>
          </p:cNvPr>
          <p:cNvSpPr txBox="1">
            <a:spLocks/>
          </p:cNvSpPr>
          <p:nvPr/>
        </p:nvSpPr>
        <p:spPr>
          <a:xfrm>
            <a:off x="3283267" y="2608193"/>
            <a:ext cx="5625466" cy="1354208"/>
          </a:xfrm>
          <a:prstGeom prst="rect">
            <a:avLst/>
          </a:prstGeo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373239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4C8E2-9A51-FA71-BFC2-34AEBA02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A1F198-0ED6-ACAF-9E94-B002242B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5E3E0C-3CA9-728E-579F-D87E1AAC9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0102425-6B20-085B-E2B0-F1D312DC1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6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Meowtion</vt:lpstr>
      <vt:lpstr>Meowtion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Delcour-Min</dc:creator>
  <cp:lastModifiedBy>Rose Delcour-Min</cp:lastModifiedBy>
  <cp:revision>1</cp:revision>
  <dcterms:created xsi:type="dcterms:W3CDTF">2026-06-28T17:11:12Z</dcterms:created>
  <dcterms:modified xsi:type="dcterms:W3CDTF">2026-06-28T18:37:48Z</dcterms:modified>
</cp:coreProperties>
</file>